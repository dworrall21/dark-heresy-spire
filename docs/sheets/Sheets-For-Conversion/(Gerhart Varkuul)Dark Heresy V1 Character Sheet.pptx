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10058400" cx="77724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747775"/>
          </p15:clr>
        </p15:guide>
        <p15:guide id="2" pos="244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9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0449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e3699ad380_0_15:notes"/>
          <p:cNvSpPr/>
          <p:nvPr>
            <p:ph idx="2" type="sldImg"/>
          </p:nvPr>
        </p:nvSpPr>
        <p:spPr>
          <a:xfrm>
            <a:off x="210449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e3699ad380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e3699ad380_0_1:notes"/>
          <p:cNvSpPr/>
          <p:nvPr>
            <p:ph idx="2" type="sldImg"/>
          </p:nvPr>
        </p:nvSpPr>
        <p:spPr>
          <a:xfrm>
            <a:off x="210449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e3699ad38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e3699ad380_0_6:notes"/>
          <p:cNvSpPr/>
          <p:nvPr>
            <p:ph idx="2" type="sldImg"/>
          </p:nvPr>
        </p:nvSpPr>
        <p:spPr>
          <a:xfrm>
            <a:off x="210449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e3699ad38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fabb8abb54_0_1:notes"/>
          <p:cNvSpPr/>
          <p:nvPr>
            <p:ph idx="2" type="sldImg"/>
          </p:nvPr>
        </p:nvSpPr>
        <p:spPr>
          <a:xfrm>
            <a:off x="2104490" y="685800"/>
            <a:ext cx="26496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fabb8abb5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64952" y="1456058"/>
            <a:ext cx="7242300" cy="4014000"/>
          </a:xfrm>
          <a:prstGeom prst="rect">
            <a:avLst/>
          </a:prstGeom>
        </p:spPr>
        <p:txBody>
          <a:bodyPr anchorCtr="0" anchor="b" bIns="125550" lIns="125550" spcFirstLastPara="1" rIns="125550" wrap="square" tIns="125550">
            <a:normAutofit/>
          </a:bodyPr>
          <a:lstStyle>
            <a:lvl1pPr lvl="0" algn="ctr">
              <a:spcBef>
                <a:spcPts val="0"/>
              </a:spcBef>
              <a:spcAft>
                <a:spcPts val="0"/>
              </a:spcAft>
              <a:buSzPts val="7100"/>
              <a:buNone/>
              <a:defRPr sz="7100"/>
            </a:lvl1pPr>
            <a:lvl2pPr lvl="1" algn="ctr">
              <a:spcBef>
                <a:spcPts val="0"/>
              </a:spcBef>
              <a:spcAft>
                <a:spcPts val="0"/>
              </a:spcAft>
              <a:buSzPts val="7100"/>
              <a:buNone/>
              <a:defRPr sz="7100"/>
            </a:lvl2pPr>
            <a:lvl3pPr lvl="2" algn="ctr">
              <a:spcBef>
                <a:spcPts val="0"/>
              </a:spcBef>
              <a:spcAft>
                <a:spcPts val="0"/>
              </a:spcAft>
              <a:buSzPts val="7100"/>
              <a:buNone/>
              <a:defRPr sz="7100"/>
            </a:lvl3pPr>
            <a:lvl4pPr lvl="3" algn="ctr">
              <a:spcBef>
                <a:spcPts val="0"/>
              </a:spcBef>
              <a:spcAft>
                <a:spcPts val="0"/>
              </a:spcAft>
              <a:buSzPts val="7100"/>
              <a:buNone/>
              <a:defRPr sz="7100"/>
            </a:lvl4pPr>
            <a:lvl5pPr lvl="4" algn="ctr">
              <a:spcBef>
                <a:spcPts val="0"/>
              </a:spcBef>
              <a:spcAft>
                <a:spcPts val="0"/>
              </a:spcAft>
              <a:buSzPts val="7100"/>
              <a:buNone/>
              <a:defRPr sz="7100"/>
            </a:lvl5pPr>
            <a:lvl6pPr lvl="5" algn="ctr">
              <a:spcBef>
                <a:spcPts val="0"/>
              </a:spcBef>
              <a:spcAft>
                <a:spcPts val="0"/>
              </a:spcAft>
              <a:buSzPts val="7100"/>
              <a:buNone/>
              <a:defRPr sz="7100"/>
            </a:lvl6pPr>
            <a:lvl7pPr lvl="6" algn="ctr">
              <a:spcBef>
                <a:spcPts val="0"/>
              </a:spcBef>
              <a:spcAft>
                <a:spcPts val="0"/>
              </a:spcAft>
              <a:buSzPts val="7100"/>
              <a:buNone/>
              <a:defRPr sz="7100"/>
            </a:lvl7pPr>
            <a:lvl8pPr lvl="7" algn="ctr">
              <a:spcBef>
                <a:spcPts val="0"/>
              </a:spcBef>
              <a:spcAft>
                <a:spcPts val="0"/>
              </a:spcAft>
              <a:buSzPts val="7100"/>
              <a:buNone/>
              <a:defRPr sz="7100"/>
            </a:lvl8pPr>
            <a:lvl9pPr lvl="8" algn="ctr">
              <a:spcBef>
                <a:spcPts val="0"/>
              </a:spcBef>
              <a:spcAft>
                <a:spcPts val="0"/>
              </a:spcAft>
              <a:buSzPts val="7100"/>
              <a:buNone/>
              <a:defRPr sz="7100"/>
            </a:lvl9pPr>
          </a:lstStyle>
          <a:p/>
        </p:txBody>
      </p:sp>
      <p:sp>
        <p:nvSpPr>
          <p:cNvPr id="11" name="Google Shape;11;p2"/>
          <p:cNvSpPr txBox="1"/>
          <p:nvPr>
            <p:ph idx="1" type="subTitle"/>
          </p:nvPr>
        </p:nvSpPr>
        <p:spPr>
          <a:xfrm>
            <a:off x="264945" y="5542289"/>
            <a:ext cx="7242300" cy="1550100"/>
          </a:xfrm>
          <a:prstGeom prst="rect">
            <a:avLst/>
          </a:prstGeom>
        </p:spPr>
        <p:txBody>
          <a:bodyPr anchorCtr="0" anchor="t" bIns="125550" lIns="125550" spcFirstLastPara="1" rIns="125550" wrap="square" tIns="125550">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12" name="Google Shape;12;p2"/>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64945" y="4206107"/>
            <a:ext cx="7242300" cy="1646100"/>
          </a:xfrm>
          <a:prstGeom prst="rect">
            <a:avLst/>
          </a:prstGeom>
        </p:spPr>
        <p:txBody>
          <a:bodyPr anchorCtr="0" anchor="ctr" bIns="125550" lIns="125550" spcFirstLastPara="1" rIns="125550" wrap="square" tIns="125550">
            <a:normAutofit/>
          </a:bodyPr>
          <a:lstStyle>
            <a:lvl1pPr lvl="0" algn="ctr">
              <a:spcBef>
                <a:spcPts val="0"/>
              </a:spcBef>
              <a:spcAft>
                <a:spcPts val="0"/>
              </a:spcAft>
              <a:buSzPts val="4900"/>
              <a:buNone/>
              <a:defRPr sz="4900"/>
            </a:lvl1pPr>
            <a:lvl2pPr lvl="1" algn="ctr">
              <a:spcBef>
                <a:spcPts val="0"/>
              </a:spcBef>
              <a:spcAft>
                <a:spcPts val="0"/>
              </a:spcAft>
              <a:buSzPts val="4900"/>
              <a:buNone/>
              <a:defRPr sz="4900"/>
            </a:lvl2pPr>
            <a:lvl3pPr lvl="2" algn="ctr">
              <a:spcBef>
                <a:spcPts val="0"/>
              </a:spcBef>
              <a:spcAft>
                <a:spcPts val="0"/>
              </a:spcAft>
              <a:buSzPts val="4900"/>
              <a:buNone/>
              <a:defRPr sz="4900"/>
            </a:lvl3pPr>
            <a:lvl4pPr lvl="3" algn="ctr">
              <a:spcBef>
                <a:spcPts val="0"/>
              </a:spcBef>
              <a:spcAft>
                <a:spcPts val="0"/>
              </a:spcAft>
              <a:buSzPts val="4900"/>
              <a:buNone/>
              <a:defRPr sz="4900"/>
            </a:lvl4pPr>
            <a:lvl5pPr lvl="4" algn="ctr">
              <a:spcBef>
                <a:spcPts val="0"/>
              </a:spcBef>
              <a:spcAft>
                <a:spcPts val="0"/>
              </a:spcAft>
              <a:buSzPts val="4900"/>
              <a:buNone/>
              <a:defRPr sz="4900"/>
            </a:lvl5pPr>
            <a:lvl6pPr lvl="5" algn="ctr">
              <a:spcBef>
                <a:spcPts val="0"/>
              </a:spcBef>
              <a:spcAft>
                <a:spcPts val="0"/>
              </a:spcAft>
              <a:buSzPts val="4900"/>
              <a:buNone/>
              <a:defRPr sz="4900"/>
            </a:lvl6pPr>
            <a:lvl7pPr lvl="6" algn="ctr">
              <a:spcBef>
                <a:spcPts val="0"/>
              </a:spcBef>
              <a:spcAft>
                <a:spcPts val="0"/>
              </a:spcAft>
              <a:buSzPts val="4900"/>
              <a:buNone/>
              <a:defRPr sz="4900"/>
            </a:lvl7pPr>
            <a:lvl8pPr lvl="7" algn="ctr">
              <a:spcBef>
                <a:spcPts val="0"/>
              </a:spcBef>
              <a:spcAft>
                <a:spcPts val="0"/>
              </a:spcAft>
              <a:buSzPts val="4900"/>
              <a:buNone/>
              <a:defRPr sz="4900"/>
            </a:lvl8pPr>
            <a:lvl9pPr lvl="8" algn="ctr">
              <a:spcBef>
                <a:spcPts val="0"/>
              </a:spcBef>
              <a:spcAft>
                <a:spcPts val="0"/>
              </a:spcAft>
              <a:buSzPts val="4900"/>
              <a:buNone/>
              <a:defRPr sz="4900"/>
            </a:lvl9pPr>
          </a:lstStyle>
          <a:p/>
        </p:txBody>
      </p:sp>
      <p:sp>
        <p:nvSpPr>
          <p:cNvPr id="15" name="Google Shape;15;p3"/>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64945" y="870271"/>
            <a:ext cx="7242300" cy="1119900"/>
          </a:xfrm>
          <a:prstGeom prst="rect">
            <a:avLst/>
          </a:prstGeom>
        </p:spPr>
        <p:txBody>
          <a:bodyPr anchorCtr="0" anchor="t" bIns="125550" lIns="125550" spcFirstLastPara="1" rIns="125550" wrap="square" tIns="125550">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264945" y="2253729"/>
            <a:ext cx="7242300" cy="6681000"/>
          </a:xfrm>
          <a:prstGeom prst="rect">
            <a:avLst/>
          </a:prstGeom>
        </p:spPr>
        <p:txBody>
          <a:bodyPr anchorCtr="0" anchor="t" bIns="125550" lIns="125550" spcFirstLastPara="1" rIns="125550" wrap="square" tIns="125550">
            <a:normAutofit/>
          </a:bodyPr>
          <a:lstStyle>
            <a:lvl1pPr indent="-387350" lvl="0" marL="457200">
              <a:spcBef>
                <a:spcPts val="0"/>
              </a:spcBef>
              <a:spcAft>
                <a:spcPts val="0"/>
              </a:spcAft>
              <a:buSzPts val="25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19" name="Google Shape;19;p4"/>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64945" y="870271"/>
            <a:ext cx="7242300" cy="1119900"/>
          </a:xfrm>
          <a:prstGeom prst="rect">
            <a:avLst/>
          </a:prstGeom>
        </p:spPr>
        <p:txBody>
          <a:bodyPr anchorCtr="0" anchor="t" bIns="125550" lIns="125550" spcFirstLastPara="1" rIns="125550" wrap="square" tIns="125550">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2" name="Google Shape;22;p5"/>
          <p:cNvSpPr txBox="1"/>
          <p:nvPr>
            <p:ph idx="1" type="body"/>
          </p:nvPr>
        </p:nvSpPr>
        <p:spPr>
          <a:xfrm>
            <a:off x="264945" y="2253729"/>
            <a:ext cx="3399600" cy="6681000"/>
          </a:xfrm>
          <a:prstGeom prst="rect">
            <a:avLst/>
          </a:prstGeom>
        </p:spPr>
        <p:txBody>
          <a:bodyPr anchorCtr="0" anchor="t" bIns="125550" lIns="125550" spcFirstLastPara="1" rIns="125550" wrap="square" tIns="12555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3" name="Google Shape;23;p5"/>
          <p:cNvSpPr txBox="1"/>
          <p:nvPr>
            <p:ph idx="2" type="body"/>
          </p:nvPr>
        </p:nvSpPr>
        <p:spPr>
          <a:xfrm>
            <a:off x="4107540" y="2253729"/>
            <a:ext cx="3399600" cy="6681000"/>
          </a:xfrm>
          <a:prstGeom prst="rect">
            <a:avLst/>
          </a:prstGeom>
        </p:spPr>
        <p:txBody>
          <a:bodyPr anchorCtr="0" anchor="t" bIns="125550" lIns="125550" spcFirstLastPara="1" rIns="125550" wrap="square" tIns="12555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5"/>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64945" y="870271"/>
            <a:ext cx="7242300" cy="1119900"/>
          </a:xfrm>
          <a:prstGeom prst="rect">
            <a:avLst/>
          </a:prstGeom>
        </p:spPr>
        <p:txBody>
          <a:bodyPr anchorCtr="0" anchor="t" bIns="125550" lIns="125550" spcFirstLastPara="1" rIns="125550" wrap="square" tIns="125550">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7" name="Google Shape;27;p6"/>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64945" y="1086507"/>
            <a:ext cx="2386800" cy="1477800"/>
          </a:xfrm>
          <a:prstGeom prst="rect">
            <a:avLst/>
          </a:prstGeom>
        </p:spPr>
        <p:txBody>
          <a:bodyPr anchorCtr="0" anchor="b" bIns="125550" lIns="125550" spcFirstLastPara="1" rIns="125550" wrap="square" tIns="125550">
            <a:normAutofit/>
          </a:bodyPr>
          <a:lstStyle>
            <a:lvl1pPr lvl="0">
              <a:spcBef>
                <a:spcPts val="0"/>
              </a:spcBef>
              <a:spcAft>
                <a:spcPts val="0"/>
              </a:spcAft>
              <a:buSzPts val="3300"/>
              <a:buNone/>
              <a:defRPr sz="3300"/>
            </a:lvl1pPr>
            <a:lvl2pPr lvl="1">
              <a:spcBef>
                <a:spcPts val="0"/>
              </a:spcBef>
              <a:spcAft>
                <a:spcPts val="0"/>
              </a:spcAft>
              <a:buSzPts val="3300"/>
              <a:buNone/>
              <a:defRPr sz="3300"/>
            </a:lvl2pPr>
            <a:lvl3pPr lvl="2">
              <a:spcBef>
                <a:spcPts val="0"/>
              </a:spcBef>
              <a:spcAft>
                <a:spcPts val="0"/>
              </a:spcAft>
              <a:buSzPts val="3300"/>
              <a:buNone/>
              <a:defRPr sz="3300"/>
            </a:lvl3pPr>
            <a:lvl4pPr lvl="3">
              <a:spcBef>
                <a:spcPts val="0"/>
              </a:spcBef>
              <a:spcAft>
                <a:spcPts val="0"/>
              </a:spcAft>
              <a:buSzPts val="3300"/>
              <a:buNone/>
              <a:defRPr sz="3300"/>
            </a:lvl4pPr>
            <a:lvl5pPr lvl="4">
              <a:spcBef>
                <a:spcPts val="0"/>
              </a:spcBef>
              <a:spcAft>
                <a:spcPts val="0"/>
              </a:spcAft>
              <a:buSzPts val="3300"/>
              <a:buNone/>
              <a:defRPr sz="3300"/>
            </a:lvl5pPr>
            <a:lvl6pPr lvl="5">
              <a:spcBef>
                <a:spcPts val="0"/>
              </a:spcBef>
              <a:spcAft>
                <a:spcPts val="0"/>
              </a:spcAft>
              <a:buSzPts val="3300"/>
              <a:buNone/>
              <a:defRPr sz="3300"/>
            </a:lvl6pPr>
            <a:lvl7pPr lvl="6">
              <a:spcBef>
                <a:spcPts val="0"/>
              </a:spcBef>
              <a:spcAft>
                <a:spcPts val="0"/>
              </a:spcAft>
              <a:buSzPts val="3300"/>
              <a:buNone/>
              <a:defRPr sz="3300"/>
            </a:lvl7pPr>
            <a:lvl8pPr lvl="7">
              <a:spcBef>
                <a:spcPts val="0"/>
              </a:spcBef>
              <a:spcAft>
                <a:spcPts val="0"/>
              </a:spcAft>
              <a:buSzPts val="3300"/>
              <a:buNone/>
              <a:defRPr sz="3300"/>
            </a:lvl8pPr>
            <a:lvl9pPr lvl="8">
              <a:spcBef>
                <a:spcPts val="0"/>
              </a:spcBef>
              <a:spcAft>
                <a:spcPts val="0"/>
              </a:spcAft>
              <a:buSzPts val="3300"/>
              <a:buNone/>
              <a:defRPr sz="3300"/>
            </a:lvl9pPr>
          </a:lstStyle>
          <a:p/>
        </p:txBody>
      </p:sp>
      <p:sp>
        <p:nvSpPr>
          <p:cNvPr id="30" name="Google Shape;30;p7"/>
          <p:cNvSpPr txBox="1"/>
          <p:nvPr>
            <p:ph idx="1" type="body"/>
          </p:nvPr>
        </p:nvSpPr>
        <p:spPr>
          <a:xfrm>
            <a:off x="264945" y="2717440"/>
            <a:ext cx="2386800" cy="6217500"/>
          </a:xfrm>
          <a:prstGeom prst="rect">
            <a:avLst/>
          </a:prstGeom>
        </p:spPr>
        <p:txBody>
          <a:bodyPr anchorCtr="0" anchor="t" bIns="125550" lIns="125550" spcFirstLastPara="1" rIns="125550" wrap="square" tIns="12555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1" name="Google Shape;31;p7"/>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16712" y="880293"/>
            <a:ext cx="5412600" cy="7999800"/>
          </a:xfrm>
          <a:prstGeom prst="rect">
            <a:avLst/>
          </a:prstGeom>
        </p:spPr>
        <p:txBody>
          <a:bodyPr anchorCtr="0" anchor="ctr" bIns="125550" lIns="125550" spcFirstLastPara="1" rIns="125550" wrap="square" tIns="125550">
            <a:normAutofit/>
          </a:bodyPr>
          <a:lstStyle>
            <a:lvl1pPr lvl="0">
              <a:spcBef>
                <a:spcPts val="0"/>
              </a:spcBef>
              <a:spcAft>
                <a:spcPts val="0"/>
              </a:spcAft>
              <a:buSzPts val="6600"/>
              <a:buNone/>
              <a:defRPr sz="6600"/>
            </a:lvl1pPr>
            <a:lvl2pPr lvl="1">
              <a:spcBef>
                <a:spcPts val="0"/>
              </a:spcBef>
              <a:spcAft>
                <a:spcPts val="0"/>
              </a:spcAft>
              <a:buSzPts val="6600"/>
              <a:buNone/>
              <a:defRPr sz="6600"/>
            </a:lvl2pPr>
            <a:lvl3pPr lvl="2">
              <a:spcBef>
                <a:spcPts val="0"/>
              </a:spcBef>
              <a:spcAft>
                <a:spcPts val="0"/>
              </a:spcAft>
              <a:buSzPts val="6600"/>
              <a:buNone/>
              <a:defRPr sz="6600"/>
            </a:lvl3pPr>
            <a:lvl4pPr lvl="3">
              <a:spcBef>
                <a:spcPts val="0"/>
              </a:spcBef>
              <a:spcAft>
                <a:spcPts val="0"/>
              </a:spcAft>
              <a:buSzPts val="6600"/>
              <a:buNone/>
              <a:defRPr sz="6600"/>
            </a:lvl4pPr>
            <a:lvl5pPr lvl="4">
              <a:spcBef>
                <a:spcPts val="0"/>
              </a:spcBef>
              <a:spcAft>
                <a:spcPts val="0"/>
              </a:spcAft>
              <a:buSzPts val="6600"/>
              <a:buNone/>
              <a:defRPr sz="6600"/>
            </a:lvl5pPr>
            <a:lvl6pPr lvl="5">
              <a:spcBef>
                <a:spcPts val="0"/>
              </a:spcBef>
              <a:spcAft>
                <a:spcPts val="0"/>
              </a:spcAft>
              <a:buSzPts val="6600"/>
              <a:buNone/>
              <a:defRPr sz="6600"/>
            </a:lvl6pPr>
            <a:lvl7pPr lvl="6">
              <a:spcBef>
                <a:spcPts val="0"/>
              </a:spcBef>
              <a:spcAft>
                <a:spcPts val="0"/>
              </a:spcAft>
              <a:buSzPts val="6600"/>
              <a:buNone/>
              <a:defRPr sz="6600"/>
            </a:lvl7pPr>
            <a:lvl8pPr lvl="7">
              <a:spcBef>
                <a:spcPts val="0"/>
              </a:spcBef>
              <a:spcAft>
                <a:spcPts val="0"/>
              </a:spcAft>
              <a:buSzPts val="6600"/>
              <a:buNone/>
              <a:defRPr sz="6600"/>
            </a:lvl8pPr>
            <a:lvl9pPr lvl="8">
              <a:spcBef>
                <a:spcPts val="0"/>
              </a:spcBef>
              <a:spcAft>
                <a:spcPts val="0"/>
              </a:spcAft>
              <a:buSzPts val="6600"/>
              <a:buNone/>
              <a:defRPr sz="6600"/>
            </a:lvl9pPr>
          </a:lstStyle>
          <a:p/>
        </p:txBody>
      </p:sp>
      <p:sp>
        <p:nvSpPr>
          <p:cNvPr id="34" name="Google Shape;34;p8"/>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86200" y="-244"/>
            <a:ext cx="3886200" cy="10058400"/>
          </a:xfrm>
          <a:prstGeom prst="rect">
            <a:avLst/>
          </a:prstGeom>
          <a:solidFill>
            <a:schemeClr val="lt2"/>
          </a:solidFill>
          <a:ln>
            <a:noFill/>
          </a:ln>
        </p:spPr>
        <p:txBody>
          <a:bodyPr anchorCtr="0" anchor="ctr" bIns="125550" lIns="125550" spcFirstLastPara="1" rIns="125550" wrap="square" tIns="1255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5675" y="2411542"/>
            <a:ext cx="3438300" cy="2898600"/>
          </a:xfrm>
          <a:prstGeom prst="rect">
            <a:avLst/>
          </a:prstGeom>
        </p:spPr>
        <p:txBody>
          <a:bodyPr anchorCtr="0" anchor="b" bIns="125550" lIns="125550" spcFirstLastPara="1" rIns="125550" wrap="square" tIns="125550">
            <a:normAutofit/>
          </a:bodyPr>
          <a:lstStyle>
            <a:lvl1pPr lvl="0" algn="ctr">
              <a:spcBef>
                <a:spcPts val="0"/>
              </a:spcBef>
              <a:spcAft>
                <a:spcPts val="0"/>
              </a:spcAft>
              <a:buSzPts val="5800"/>
              <a:buNone/>
              <a:defRPr sz="5800"/>
            </a:lvl1pPr>
            <a:lvl2pPr lvl="1" algn="ctr">
              <a:spcBef>
                <a:spcPts val="0"/>
              </a:spcBef>
              <a:spcAft>
                <a:spcPts val="0"/>
              </a:spcAft>
              <a:buSzPts val="5800"/>
              <a:buNone/>
              <a:defRPr sz="5800"/>
            </a:lvl2pPr>
            <a:lvl3pPr lvl="2" algn="ctr">
              <a:spcBef>
                <a:spcPts val="0"/>
              </a:spcBef>
              <a:spcAft>
                <a:spcPts val="0"/>
              </a:spcAft>
              <a:buSzPts val="5800"/>
              <a:buNone/>
              <a:defRPr sz="5800"/>
            </a:lvl3pPr>
            <a:lvl4pPr lvl="3" algn="ctr">
              <a:spcBef>
                <a:spcPts val="0"/>
              </a:spcBef>
              <a:spcAft>
                <a:spcPts val="0"/>
              </a:spcAft>
              <a:buSzPts val="5800"/>
              <a:buNone/>
              <a:defRPr sz="5800"/>
            </a:lvl4pPr>
            <a:lvl5pPr lvl="4" algn="ctr">
              <a:spcBef>
                <a:spcPts val="0"/>
              </a:spcBef>
              <a:spcAft>
                <a:spcPts val="0"/>
              </a:spcAft>
              <a:buSzPts val="5800"/>
              <a:buNone/>
              <a:defRPr sz="5800"/>
            </a:lvl5pPr>
            <a:lvl6pPr lvl="5" algn="ctr">
              <a:spcBef>
                <a:spcPts val="0"/>
              </a:spcBef>
              <a:spcAft>
                <a:spcPts val="0"/>
              </a:spcAft>
              <a:buSzPts val="5800"/>
              <a:buNone/>
              <a:defRPr sz="5800"/>
            </a:lvl6pPr>
            <a:lvl7pPr lvl="6" algn="ctr">
              <a:spcBef>
                <a:spcPts val="0"/>
              </a:spcBef>
              <a:spcAft>
                <a:spcPts val="0"/>
              </a:spcAft>
              <a:buSzPts val="5800"/>
              <a:buNone/>
              <a:defRPr sz="5800"/>
            </a:lvl7pPr>
            <a:lvl8pPr lvl="7" algn="ctr">
              <a:spcBef>
                <a:spcPts val="0"/>
              </a:spcBef>
              <a:spcAft>
                <a:spcPts val="0"/>
              </a:spcAft>
              <a:buSzPts val="5800"/>
              <a:buNone/>
              <a:defRPr sz="5800"/>
            </a:lvl8pPr>
            <a:lvl9pPr lvl="8" algn="ctr">
              <a:spcBef>
                <a:spcPts val="0"/>
              </a:spcBef>
              <a:spcAft>
                <a:spcPts val="0"/>
              </a:spcAft>
              <a:buSzPts val="5800"/>
              <a:buNone/>
              <a:defRPr sz="5800"/>
            </a:lvl9pPr>
          </a:lstStyle>
          <a:p/>
        </p:txBody>
      </p:sp>
      <p:sp>
        <p:nvSpPr>
          <p:cNvPr id="38" name="Google Shape;38;p9"/>
          <p:cNvSpPr txBox="1"/>
          <p:nvPr>
            <p:ph idx="1" type="subTitle"/>
          </p:nvPr>
        </p:nvSpPr>
        <p:spPr>
          <a:xfrm>
            <a:off x="225675" y="5481569"/>
            <a:ext cx="3438300" cy="2415300"/>
          </a:xfrm>
          <a:prstGeom prst="rect">
            <a:avLst/>
          </a:prstGeom>
        </p:spPr>
        <p:txBody>
          <a:bodyPr anchorCtr="0" anchor="t" bIns="125550" lIns="125550" spcFirstLastPara="1" rIns="125550" wrap="square" tIns="125550">
            <a:normAutofit/>
          </a:bodyPr>
          <a:lstStyle>
            <a:lvl1pPr lvl="0" algn="ctr">
              <a:lnSpc>
                <a:spcPct val="100000"/>
              </a:lnSpc>
              <a:spcBef>
                <a:spcPts val="0"/>
              </a:spcBef>
              <a:spcAft>
                <a:spcPts val="0"/>
              </a:spcAft>
              <a:buSzPts val="2900"/>
              <a:buNone/>
              <a:defRPr sz="2900"/>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p:txBody>
      </p:sp>
      <p:sp>
        <p:nvSpPr>
          <p:cNvPr id="39" name="Google Shape;39;p9"/>
          <p:cNvSpPr txBox="1"/>
          <p:nvPr>
            <p:ph idx="2" type="body"/>
          </p:nvPr>
        </p:nvSpPr>
        <p:spPr>
          <a:xfrm>
            <a:off x="4198575" y="1415969"/>
            <a:ext cx="3261600" cy="7226100"/>
          </a:xfrm>
          <a:prstGeom prst="rect">
            <a:avLst/>
          </a:prstGeom>
        </p:spPr>
        <p:txBody>
          <a:bodyPr anchorCtr="0" anchor="ctr" bIns="125550" lIns="125550" spcFirstLastPara="1" rIns="125550" wrap="square" tIns="125550">
            <a:normAutofit/>
          </a:bodyPr>
          <a:lstStyle>
            <a:lvl1pPr indent="-387350" lvl="0" marL="457200">
              <a:spcBef>
                <a:spcPts val="0"/>
              </a:spcBef>
              <a:spcAft>
                <a:spcPts val="0"/>
              </a:spcAft>
              <a:buSzPts val="25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0" name="Google Shape;40;p9"/>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64945" y="8273124"/>
            <a:ext cx="5099100" cy="1183500"/>
          </a:xfrm>
          <a:prstGeom prst="rect">
            <a:avLst/>
          </a:prstGeom>
        </p:spPr>
        <p:txBody>
          <a:bodyPr anchorCtr="0" anchor="ctr" bIns="125550" lIns="125550" spcFirstLastPara="1" rIns="125550" wrap="square" tIns="125550">
            <a:normAutofit/>
          </a:bodyPr>
          <a:lstStyle>
            <a:lvl1pPr indent="-228600" lvl="0" marL="457200">
              <a:lnSpc>
                <a:spcPct val="100000"/>
              </a:lnSpc>
              <a:spcBef>
                <a:spcPts val="0"/>
              </a:spcBef>
              <a:spcAft>
                <a:spcPts val="0"/>
              </a:spcAft>
              <a:buSzPts val="2500"/>
              <a:buNone/>
              <a:defRPr/>
            </a:lvl1pPr>
          </a:lstStyle>
          <a:p/>
        </p:txBody>
      </p:sp>
      <p:sp>
        <p:nvSpPr>
          <p:cNvPr id="43" name="Google Shape;43;p10"/>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64945" y="2163089"/>
            <a:ext cx="7242300" cy="3840000"/>
          </a:xfrm>
          <a:prstGeom prst="rect">
            <a:avLst/>
          </a:prstGeom>
        </p:spPr>
        <p:txBody>
          <a:bodyPr anchorCtr="0" anchor="b" bIns="125550" lIns="125550" spcFirstLastPara="1" rIns="125550" wrap="square" tIns="125550">
            <a:normAutofit/>
          </a:bodyPr>
          <a:lstStyle>
            <a:lvl1pPr lvl="0" algn="ctr">
              <a:spcBef>
                <a:spcPts val="0"/>
              </a:spcBef>
              <a:spcAft>
                <a:spcPts val="0"/>
              </a:spcAft>
              <a:buSzPts val="16500"/>
              <a:buNone/>
              <a:defRPr sz="16500"/>
            </a:lvl1pPr>
            <a:lvl2pPr lvl="1" algn="ctr">
              <a:spcBef>
                <a:spcPts val="0"/>
              </a:spcBef>
              <a:spcAft>
                <a:spcPts val="0"/>
              </a:spcAft>
              <a:buSzPts val="16500"/>
              <a:buNone/>
              <a:defRPr sz="16500"/>
            </a:lvl2pPr>
            <a:lvl3pPr lvl="2" algn="ctr">
              <a:spcBef>
                <a:spcPts val="0"/>
              </a:spcBef>
              <a:spcAft>
                <a:spcPts val="0"/>
              </a:spcAft>
              <a:buSzPts val="16500"/>
              <a:buNone/>
              <a:defRPr sz="16500"/>
            </a:lvl3pPr>
            <a:lvl4pPr lvl="3" algn="ctr">
              <a:spcBef>
                <a:spcPts val="0"/>
              </a:spcBef>
              <a:spcAft>
                <a:spcPts val="0"/>
              </a:spcAft>
              <a:buSzPts val="16500"/>
              <a:buNone/>
              <a:defRPr sz="16500"/>
            </a:lvl4pPr>
            <a:lvl5pPr lvl="4" algn="ctr">
              <a:spcBef>
                <a:spcPts val="0"/>
              </a:spcBef>
              <a:spcAft>
                <a:spcPts val="0"/>
              </a:spcAft>
              <a:buSzPts val="16500"/>
              <a:buNone/>
              <a:defRPr sz="16500"/>
            </a:lvl5pPr>
            <a:lvl6pPr lvl="5" algn="ctr">
              <a:spcBef>
                <a:spcPts val="0"/>
              </a:spcBef>
              <a:spcAft>
                <a:spcPts val="0"/>
              </a:spcAft>
              <a:buSzPts val="16500"/>
              <a:buNone/>
              <a:defRPr sz="16500"/>
            </a:lvl6pPr>
            <a:lvl7pPr lvl="6" algn="ctr">
              <a:spcBef>
                <a:spcPts val="0"/>
              </a:spcBef>
              <a:spcAft>
                <a:spcPts val="0"/>
              </a:spcAft>
              <a:buSzPts val="16500"/>
              <a:buNone/>
              <a:defRPr sz="16500"/>
            </a:lvl7pPr>
            <a:lvl8pPr lvl="7" algn="ctr">
              <a:spcBef>
                <a:spcPts val="0"/>
              </a:spcBef>
              <a:spcAft>
                <a:spcPts val="0"/>
              </a:spcAft>
              <a:buSzPts val="16500"/>
              <a:buNone/>
              <a:defRPr sz="16500"/>
            </a:lvl8pPr>
            <a:lvl9pPr lvl="8" algn="ctr">
              <a:spcBef>
                <a:spcPts val="0"/>
              </a:spcBef>
              <a:spcAft>
                <a:spcPts val="0"/>
              </a:spcAft>
              <a:buSzPts val="16500"/>
              <a:buNone/>
              <a:defRPr sz="16500"/>
            </a:lvl9pPr>
          </a:lstStyle>
          <a:p>
            <a:r>
              <a:t>xx%</a:t>
            </a:r>
          </a:p>
        </p:txBody>
      </p:sp>
      <p:sp>
        <p:nvSpPr>
          <p:cNvPr id="46" name="Google Shape;46;p11"/>
          <p:cNvSpPr txBox="1"/>
          <p:nvPr>
            <p:ph idx="1" type="body"/>
          </p:nvPr>
        </p:nvSpPr>
        <p:spPr>
          <a:xfrm>
            <a:off x="264945" y="6164351"/>
            <a:ext cx="7242300" cy="2543700"/>
          </a:xfrm>
          <a:prstGeom prst="rect">
            <a:avLst/>
          </a:prstGeom>
        </p:spPr>
        <p:txBody>
          <a:bodyPr anchorCtr="0" anchor="t" bIns="125550" lIns="125550" spcFirstLastPara="1" rIns="125550" wrap="square" tIns="125550">
            <a:normAutofit/>
          </a:bodyPr>
          <a:lstStyle>
            <a:lvl1pPr indent="-387350" lvl="0" marL="457200" algn="ctr">
              <a:spcBef>
                <a:spcPts val="0"/>
              </a:spcBef>
              <a:spcAft>
                <a:spcPts val="0"/>
              </a:spcAft>
              <a:buSzPts val="25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7" name="Google Shape;47;p11"/>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201589" y="9119180"/>
            <a:ext cx="466500" cy="769500"/>
          </a:xfrm>
          <a:prstGeom prst="rect">
            <a:avLst/>
          </a:prstGeom>
        </p:spPr>
        <p:txBody>
          <a:bodyPr anchorCtr="0" anchor="ctr" bIns="125550" lIns="125550" spcFirstLastPara="1" rIns="125550" wrap="square" tIns="1255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300" cy="1119900"/>
          </a:xfrm>
          <a:prstGeom prst="rect">
            <a:avLst/>
          </a:prstGeom>
          <a:noFill/>
          <a:ln>
            <a:noFill/>
          </a:ln>
        </p:spPr>
        <p:txBody>
          <a:bodyPr anchorCtr="0" anchor="t" bIns="125550" lIns="125550" spcFirstLastPara="1" rIns="125550" wrap="square" tIns="125550">
            <a:normAutofit/>
          </a:bodyPr>
          <a:lstStyle>
            <a:lvl1pPr lvl="0">
              <a:spcBef>
                <a:spcPts val="0"/>
              </a:spcBef>
              <a:spcAft>
                <a:spcPts val="0"/>
              </a:spcAft>
              <a:buClr>
                <a:schemeClr val="dk1"/>
              </a:buClr>
              <a:buSzPts val="3800"/>
              <a:buNone/>
              <a:defRPr sz="3800">
                <a:solidFill>
                  <a:schemeClr val="dk1"/>
                </a:solidFill>
              </a:defRPr>
            </a:lvl1pPr>
            <a:lvl2pPr lvl="1">
              <a:spcBef>
                <a:spcPts val="0"/>
              </a:spcBef>
              <a:spcAft>
                <a:spcPts val="0"/>
              </a:spcAft>
              <a:buClr>
                <a:schemeClr val="dk1"/>
              </a:buClr>
              <a:buSzPts val="3800"/>
              <a:buNone/>
              <a:defRPr sz="3800">
                <a:solidFill>
                  <a:schemeClr val="dk1"/>
                </a:solidFill>
              </a:defRPr>
            </a:lvl2pPr>
            <a:lvl3pPr lvl="2">
              <a:spcBef>
                <a:spcPts val="0"/>
              </a:spcBef>
              <a:spcAft>
                <a:spcPts val="0"/>
              </a:spcAft>
              <a:buClr>
                <a:schemeClr val="dk1"/>
              </a:buClr>
              <a:buSzPts val="3800"/>
              <a:buNone/>
              <a:defRPr sz="3800">
                <a:solidFill>
                  <a:schemeClr val="dk1"/>
                </a:solidFill>
              </a:defRPr>
            </a:lvl3pPr>
            <a:lvl4pPr lvl="3">
              <a:spcBef>
                <a:spcPts val="0"/>
              </a:spcBef>
              <a:spcAft>
                <a:spcPts val="0"/>
              </a:spcAft>
              <a:buClr>
                <a:schemeClr val="dk1"/>
              </a:buClr>
              <a:buSzPts val="3800"/>
              <a:buNone/>
              <a:defRPr sz="3800">
                <a:solidFill>
                  <a:schemeClr val="dk1"/>
                </a:solidFill>
              </a:defRPr>
            </a:lvl4pPr>
            <a:lvl5pPr lvl="4">
              <a:spcBef>
                <a:spcPts val="0"/>
              </a:spcBef>
              <a:spcAft>
                <a:spcPts val="0"/>
              </a:spcAft>
              <a:buClr>
                <a:schemeClr val="dk1"/>
              </a:buClr>
              <a:buSzPts val="3800"/>
              <a:buNone/>
              <a:defRPr sz="3800">
                <a:solidFill>
                  <a:schemeClr val="dk1"/>
                </a:solidFill>
              </a:defRPr>
            </a:lvl5pPr>
            <a:lvl6pPr lvl="5">
              <a:spcBef>
                <a:spcPts val="0"/>
              </a:spcBef>
              <a:spcAft>
                <a:spcPts val="0"/>
              </a:spcAft>
              <a:buClr>
                <a:schemeClr val="dk1"/>
              </a:buClr>
              <a:buSzPts val="3800"/>
              <a:buNone/>
              <a:defRPr sz="3800">
                <a:solidFill>
                  <a:schemeClr val="dk1"/>
                </a:solidFill>
              </a:defRPr>
            </a:lvl6pPr>
            <a:lvl7pPr lvl="6">
              <a:spcBef>
                <a:spcPts val="0"/>
              </a:spcBef>
              <a:spcAft>
                <a:spcPts val="0"/>
              </a:spcAft>
              <a:buClr>
                <a:schemeClr val="dk1"/>
              </a:buClr>
              <a:buSzPts val="3800"/>
              <a:buNone/>
              <a:defRPr sz="3800">
                <a:solidFill>
                  <a:schemeClr val="dk1"/>
                </a:solidFill>
              </a:defRPr>
            </a:lvl7pPr>
            <a:lvl8pPr lvl="7">
              <a:spcBef>
                <a:spcPts val="0"/>
              </a:spcBef>
              <a:spcAft>
                <a:spcPts val="0"/>
              </a:spcAft>
              <a:buClr>
                <a:schemeClr val="dk1"/>
              </a:buClr>
              <a:buSzPts val="3800"/>
              <a:buNone/>
              <a:defRPr sz="3800">
                <a:solidFill>
                  <a:schemeClr val="dk1"/>
                </a:solidFill>
              </a:defRPr>
            </a:lvl8pPr>
            <a:lvl9pPr lvl="8">
              <a:spcBef>
                <a:spcPts val="0"/>
              </a:spcBef>
              <a:spcAft>
                <a:spcPts val="0"/>
              </a:spcAft>
              <a:buClr>
                <a:schemeClr val="dk1"/>
              </a:buClr>
              <a:buSzPts val="3800"/>
              <a:buNone/>
              <a:defRPr sz="3800">
                <a:solidFill>
                  <a:schemeClr val="dk1"/>
                </a:solidFill>
              </a:defRPr>
            </a:lvl9pPr>
          </a:lstStyle>
          <a:p/>
        </p:txBody>
      </p:sp>
      <p:sp>
        <p:nvSpPr>
          <p:cNvPr id="7" name="Google Shape;7;p1"/>
          <p:cNvSpPr txBox="1"/>
          <p:nvPr>
            <p:ph idx="1" type="body"/>
          </p:nvPr>
        </p:nvSpPr>
        <p:spPr>
          <a:xfrm>
            <a:off x="264945" y="2253729"/>
            <a:ext cx="7242300" cy="6681000"/>
          </a:xfrm>
          <a:prstGeom prst="rect">
            <a:avLst/>
          </a:prstGeom>
          <a:noFill/>
          <a:ln>
            <a:noFill/>
          </a:ln>
        </p:spPr>
        <p:txBody>
          <a:bodyPr anchorCtr="0" anchor="t" bIns="125550" lIns="125550" spcFirstLastPara="1" rIns="125550" wrap="square" tIns="125550">
            <a:normAutofit/>
          </a:bodyPr>
          <a:lstStyle>
            <a:lvl1pPr indent="-387350" lvl="0" marL="457200">
              <a:lnSpc>
                <a:spcPct val="115000"/>
              </a:lnSpc>
              <a:spcBef>
                <a:spcPts val="0"/>
              </a:spcBef>
              <a:spcAft>
                <a:spcPts val="0"/>
              </a:spcAft>
              <a:buClr>
                <a:schemeClr val="dk2"/>
              </a:buClr>
              <a:buSzPts val="2500"/>
              <a:buChar char="●"/>
              <a:defRPr sz="25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7201589" y="9119180"/>
            <a:ext cx="466500" cy="769500"/>
          </a:xfrm>
          <a:prstGeom prst="rect">
            <a:avLst/>
          </a:prstGeom>
          <a:noFill/>
          <a:ln>
            <a:noFill/>
          </a:ln>
        </p:spPr>
        <p:txBody>
          <a:bodyPr anchorCtr="0" anchor="ctr" bIns="125550" lIns="125550" spcFirstLastPara="1" rIns="125550" wrap="square" tIns="125550">
            <a:normAutofit/>
          </a:bodyPr>
          <a:lstStyle>
            <a:lvl1pPr lvl="0" algn="r">
              <a:buNone/>
              <a:defRPr sz="1400">
                <a:solidFill>
                  <a:schemeClr val="dk2"/>
                </a:solidFill>
              </a:defRPr>
            </a:lvl1pPr>
            <a:lvl2pPr lvl="1" algn="r">
              <a:buNone/>
              <a:defRPr sz="1400">
                <a:solidFill>
                  <a:schemeClr val="dk2"/>
                </a:solidFill>
              </a:defRPr>
            </a:lvl2pPr>
            <a:lvl3pPr lvl="2" algn="r">
              <a:buNone/>
              <a:defRPr sz="1400">
                <a:solidFill>
                  <a:schemeClr val="dk2"/>
                </a:solidFill>
              </a:defRPr>
            </a:lvl3pPr>
            <a:lvl4pPr lvl="3" algn="r">
              <a:buNone/>
              <a:defRPr sz="1400">
                <a:solidFill>
                  <a:schemeClr val="dk2"/>
                </a:solidFill>
              </a:defRPr>
            </a:lvl4pPr>
            <a:lvl5pPr lvl="4" algn="r">
              <a:buNone/>
              <a:defRPr sz="1400">
                <a:solidFill>
                  <a:schemeClr val="dk2"/>
                </a:solidFill>
              </a:defRPr>
            </a:lvl5pPr>
            <a:lvl6pPr lvl="5" algn="r">
              <a:buNone/>
              <a:defRPr sz="1400">
                <a:solidFill>
                  <a:schemeClr val="dk2"/>
                </a:solidFill>
              </a:defRPr>
            </a:lvl6pPr>
            <a:lvl7pPr lvl="6" algn="r">
              <a:buNone/>
              <a:defRPr sz="1400">
                <a:solidFill>
                  <a:schemeClr val="dk2"/>
                </a:solidFill>
              </a:defRPr>
            </a:lvl7pPr>
            <a:lvl8pPr lvl="7" algn="r">
              <a:buNone/>
              <a:defRPr sz="1400">
                <a:solidFill>
                  <a:schemeClr val="dk2"/>
                </a:solidFill>
              </a:defRPr>
            </a:lvl8pPr>
            <a:lvl9pPr lvl="8" algn="r">
              <a:buNone/>
              <a:defRPr sz="14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hyperlink" Target="https://drive.google.com/file/d/1jSTad_Hhh1-umA4I6f8e435e66FG9FbQ/view" TargetMode="External"/><Relationship Id="rId7" Type="http://schemas.openxmlformats.org/officeDocument/2006/relationships/hyperlink" Target="https://docs.google.com/document/d/1RW4XR8Am8PhAwbhV5-JCK6OEpOZxDKNGU-cXlMWbxLc/edit?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png"/><Relationship Id="rId6" Type="http://schemas.openxmlformats.org/officeDocument/2006/relationships/hyperlink" Target="https://wh40k.lexicanum.com/wiki/Marcus_Achallor" TargetMode="External"/><Relationship Id="rId7"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5725" y="2998775"/>
            <a:ext cx="7761000" cy="4499882"/>
          </a:xfrm>
          <a:prstGeom prst="rect">
            <a:avLst/>
          </a:prstGeom>
          <a:noFill/>
          <a:ln>
            <a:noFill/>
          </a:ln>
        </p:spPr>
      </p:pic>
      <p:pic>
        <p:nvPicPr>
          <p:cNvPr id="55" name="Google Shape;55;p13"/>
          <p:cNvPicPr preferRelativeResize="0"/>
          <p:nvPr/>
        </p:nvPicPr>
        <p:blipFill>
          <a:blip r:embed="rId4">
            <a:alphaModFix/>
          </a:blip>
          <a:stretch>
            <a:fillRect/>
          </a:stretch>
        </p:blipFill>
        <p:spPr>
          <a:xfrm>
            <a:off x="5700" y="7459350"/>
            <a:ext cx="7760999" cy="2599050"/>
          </a:xfrm>
          <a:prstGeom prst="rect">
            <a:avLst/>
          </a:prstGeom>
          <a:noFill/>
          <a:ln>
            <a:noFill/>
          </a:ln>
        </p:spPr>
      </p:pic>
      <p:pic>
        <p:nvPicPr>
          <p:cNvPr id="56" name="Google Shape;56;p13"/>
          <p:cNvPicPr preferRelativeResize="0"/>
          <p:nvPr/>
        </p:nvPicPr>
        <p:blipFill>
          <a:blip r:embed="rId5">
            <a:alphaModFix/>
          </a:blip>
          <a:stretch>
            <a:fillRect/>
          </a:stretch>
        </p:blipFill>
        <p:spPr>
          <a:xfrm>
            <a:off x="5725" y="0"/>
            <a:ext cx="7761003" cy="3243250"/>
          </a:xfrm>
          <a:prstGeom prst="rect">
            <a:avLst/>
          </a:prstGeom>
          <a:noFill/>
          <a:ln>
            <a:noFill/>
          </a:ln>
        </p:spPr>
      </p:pic>
      <p:sp>
        <p:nvSpPr>
          <p:cNvPr id="57" name="Google Shape;57;p13"/>
          <p:cNvSpPr txBox="1"/>
          <p:nvPr/>
        </p:nvSpPr>
        <p:spPr>
          <a:xfrm>
            <a:off x="747400" y="455925"/>
            <a:ext cx="2562300" cy="276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688"/>
              <a:buNone/>
            </a:pPr>
            <a:r>
              <a:rPr lang="en" sz="1200">
                <a:solidFill>
                  <a:schemeClr val="dk2"/>
                </a:solidFill>
                <a:latin typeface="Times New Roman"/>
                <a:ea typeface="Times New Roman"/>
                <a:cs typeface="Times New Roman"/>
                <a:sym typeface="Times New Roman"/>
              </a:rPr>
              <a:t>Gerhart Varkuul - </a:t>
            </a:r>
            <a:r>
              <a:rPr lang="en" sz="1200" u="sng">
                <a:solidFill>
                  <a:schemeClr val="hlink"/>
                </a:solidFill>
                <a:latin typeface="Times New Roman"/>
                <a:ea typeface="Times New Roman"/>
                <a:cs typeface="Times New Roman"/>
                <a:sym typeface="Times New Roman"/>
                <a:hlinkClick r:id="rId6"/>
              </a:rPr>
              <a:t>Book</a:t>
            </a:r>
            <a:r>
              <a:rPr lang="en" sz="1200">
                <a:solidFill>
                  <a:schemeClr val="dk2"/>
                </a:solidFill>
                <a:latin typeface="Times New Roman"/>
                <a:ea typeface="Times New Roman"/>
                <a:cs typeface="Times New Roman"/>
                <a:sym typeface="Times New Roman"/>
              </a:rPr>
              <a:t> - </a:t>
            </a:r>
            <a:r>
              <a:rPr lang="en" sz="1200" u="sng">
                <a:solidFill>
                  <a:schemeClr val="hlink"/>
                </a:solidFill>
                <a:latin typeface="Times New Roman"/>
                <a:ea typeface="Times New Roman"/>
                <a:cs typeface="Times New Roman"/>
                <a:sym typeface="Times New Roman"/>
                <a:hlinkClick r:id="rId7"/>
              </a:rPr>
              <a:t>Notes</a:t>
            </a:r>
            <a:endParaRPr sz="1200">
              <a:solidFill>
                <a:schemeClr val="dk2"/>
              </a:solidFill>
              <a:latin typeface="Times New Roman"/>
              <a:ea typeface="Times New Roman"/>
              <a:cs typeface="Times New Roman"/>
              <a:sym typeface="Times New Roman"/>
            </a:endParaRPr>
          </a:p>
        </p:txBody>
      </p:sp>
      <p:sp>
        <p:nvSpPr>
          <p:cNvPr id="58" name="Google Shape;58;p13"/>
          <p:cNvSpPr txBox="1"/>
          <p:nvPr/>
        </p:nvSpPr>
        <p:spPr>
          <a:xfrm>
            <a:off x="1542725" y="932175"/>
            <a:ext cx="1767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1000">
                <a:solidFill>
                  <a:schemeClr val="dk2"/>
                </a:solidFill>
                <a:latin typeface="Times New Roman"/>
                <a:ea typeface="Times New Roman"/>
                <a:cs typeface="Times New Roman"/>
                <a:sym typeface="Times New Roman"/>
              </a:rPr>
              <a:t>Feudal World</a:t>
            </a:r>
            <a:endParaRPr sz="1000">
              <a:solidFill>
                <a:schemeClr val="dk2"/>
              </a:solidFill>
              <a:latin typeface="Times New Roman"/>
              <a:ea typeface="Times New Roman"/>
              <a:cs typeface="Times New Roman"/>
              <a:sym typeface="Times New Roman"/>
            </a:endParaRPr>
          </a:p>
        </p:txBody>
      </p:sp>
      <p:sp>
        <p:nvSpPr>
          <p:cNvPr id="59" name="Google Shape;59;p13"/>
          <p:cNvSpPr txBox="1"/>
          <p:nvPr/>
        </p:nvSpPr>
        <p:spPr>
          <a:xfrm>
            <a:off x="1195050" y="1160775"/>
            <a:ext cx="21147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1000">
                <a:solidFill>
                  <a:schemeClr val="dk2"/>
                </a:solidFill>
                <a:latin typeface="Times New Roman"/>
                <a:ea typeface="Times New Roman"/>
                <a:cs typeface="Times New Roman"/>
                <a:sym typeface="Times New Roman"/>
              </a:rPr>
              <a:t>Crusader</a:t>
            </a:r>
            <a:endParaRPr sz="1000">
              <a:solidFill>
                <a:schemeClr val="dk2"/>
              </a:solidFill>
              <a:latin typeface="Times New Roman"/>
              <a:ea typeface="Times New Roman"/>
              <a:cs typeface="Times New Roman"/>
              <a:sym typeface="Times New Roman"/>
            </a:endParaRPr>
          </a:p>
        </p:txBody>
      </p:sp>
      <p:sp>
        <p:nvSpPr>
          <p:cNvPr id="60" name="Google Shape;60;p13"/>
          <p:cNvSpPr txBox="1"/>
          <p:nvPr/>
        </p:nvSpPr>
        <p:spPr>
          <a:xfrm>
            <a:off x="1652250" y="1389375"/>
            <a:ext cx="16575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1000">
                <a:solidFill>
                  <a:schemeClr val="dk2"/>
                </a:solidFill>
                <a:latin typeface="Times New Roman"/>
                <a:ea typeface="Times New Roman"/>
                <a:cs typeface="Times New Roman"/>
                <a:sym typeface="Times New Roman"/>
              </a:rPr>
              <a:t>N/A</a:t>
            </a:r>
            <a:endParaRPr sz="1000">
              <a:solidFill>
                <a:schemeClr val="dk2"/>
              </a:solidFill>
              <a:latin typeface="Times New Roman"/>
              <a:ea typeface="Times New Roman"/>
              <a:cs typeface="Times New Roman"/>
              <a:sym typeface="Times New Roman"/>
            </a:endParaRPr>
          </a:p>
        </p:txBody>
      </p:sp>
      <p:sp>
        <p:nvSpPr>
          <p:cNvPr id="61" name="Google Shape;61;p13"/>
          <p:cNvSpPr txBox="1"/>
          <p:nvPr/>
        </p:nvSpPr>
        <p:spPr>
          <a:xfrm>
            <a:off x="1195050" y="1617975"/>
            <a:ext cx="21147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1000">
                <a:solidFill>
                  <a:schemeClr val="dk2"/>
                </a:solidFill>
                <a:latin typeface="Times New Roman"/>
                <a:ea typeface="Times New Roman"/>
                <a:cs typeface="Times New Roman"/>
                <a:sym typeface="Times New Roman"/>
              </a:rPr>
              <a:t>Zach</a:t>
            </a:r>
            <a:endParaRPr sz="1000">
              <a:solidFill>
                <a:schemeClr val="dk2"/>
              </a:solidFill>
              <a:latin typeface="Times New Roman"/>
              <a:ea typeface="Times New Roman"/>
              <a:cs typeface="Times New Roman"/>
              <a:sym typeface="Times New Roman"/>
            </a:endParaRPr>
          </a:p>
        </p:txBody>
      </p:sp>
      <p:sp>
        <p:nvSpPr>
          <p:cNvPr id="62" name="Google Shape;62;p13"/>
          <p:cNvSpPr txBox="1"/>
          <p:nvPr/>
        </p:nvSpPr>
        <p:spPr>
          <a:xfrm>
            <a:off x="880750" y="2075175"/>
            <a:ext cx="547800" cy="547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6</a:t>
            </a:r>
            <a:endParaRPr sz="3000">
              <a:solidFill>
                <a:schemeClr val="dk2"/>
              </a:solidFill>
              <a:latin typeface="Times New Roman"/>
              <a:ea typeface="Times New Roman"/>
              <a:cs typeface="Times New Roman"/>
              <a:sym typeface="Times New Roman"/>
            </a:endParaRPr>
          </a:p>
        </p:txBody>
      </p:sp>
      <p:sp>
        <p:nvSpPr>
          <p:cNvPr id="63" name="Google Shape;63;p13"/>
          <p:cNvSpPr txBox="1"/>
          <p:nvPr/>
        </p:nvSpPr>
        <p:spPr>
          <a:xfrm>
            <a:off x="1978500" y="2075175"/>
            <a:ext cx="547800" cy="547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2</a:t>
            </a:r>
            <a:endParaRPr sz="3000">
              <a:solidFill>
                <a:schemeClr val="dk2"/>
              </a:solidFill>
              <a:latin typeface="Times New Roman"/>
              <a:ea typeface="Times New Roman"/>
              <a:cs typeface="Times New Roman"/>
              <a:sym typeface="Times New Roman"/>
            </a:endParaRPr>
          </a:p>
        </p:txBody>
      </p:sp>
      <p:sp>
        <p:nvSpPr>
          <p:cNvPr id="64" name="Google Shape;64;p13"/>
          <p:cNvSpPr txBox="1"/>
          <p:nvPr/>
        </p:nvSpPr>
        <p:spPr>
          <a:xfrm>
            <a:off x="4131138" y="2075175"/>
            <a:ext cx="547800" cy="547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2</a:t>
            </a:r>
            <a:endParaRPr sz="3000">
              <a:solidFill>
                <a:schemeClr val="dk2"/>
              </a:solidFill>
              <a:latin typeface="Times New Roman"/>
              <a:ea typeface="Times New Roman"/>
              <a:cs typeface="Times New Roman"/>
              <a:sym typeface="Times New Roman"/>
            </a:endParaRPr>
          </a:p>
        </p:txBody>
      </p:sp>
      <p:sp>
        <p:nvSpPr>
          <p:cNvPr id="65" name="Google Shape;65;p13"/>
          <p:cNvSpPr txBox="1"/>
          <p:nvPr/>
        </p:nvSpPr>
        <p:spPr>
          <a:xfrm>
            <a:off x="3047675" y="2075175"/>
            <a:ext cx="547800" cy="547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2</a:t>
            </a:r>
            <a:endParaRPr sz="3000">
              <a:solidFill>
                <a:schemeClr val="dk2"/>
              </a:solidFill>
              <a:latin typeface="Times New Roman"/>
              <a:ea typeface="Times New Roman"/>
              <a:cs typeface="Times New Roman"/>
              <a:sym typeface="Times New Roman"/>
            </a:endParaRPr>
          </a:p>
        </p:txBody>
      </p:sp>
      <p:sp>
        <p:nvSpPr>
          <p:cNvPr id="66" name="Google Shape;66;p13"/>
          <p:cNvSpPr txBox="1"/>
          <p:nvPr/>
        </p:nvSpPr>
        <p:spPr>
          <a:xfrm>
            <a:off x="5214600" y="2075175"/>
            <a:ext cx="547800" cy="547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3</a:t>
            </a:r>
            <a:endParaRPr sz="3000">
              <a:solidFill>
                <a:schemeClr val="dk2"/>
              </a:solidFill>
              <a:latin typeface="Times New Roman"/>
              <a:ea typeface="Times New Roman"/>
              <a:cs typeface="Times New Roman"/>
              <a:sym typeface="Times New Roman"/>
            </a:endParaRPr>
          </a:p>
        </p:txBody>
      </p:sp>
      <p:sp>
        <p:nvSpPr>
          <p:cNvPr id="67" name="Google Shape;67;p13"/>
          <p:cNvSpPr txBox="1"/>
          <p:nvPr/>
        </p:nvSpPr>
        <p:spPr>
          <a:xfrm>
            <a:off x="6312350" y="2075175"/>
            <a:ext cx="547800" cy="547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2</a:t>
            </a:r>
            <a:endParaRPr sz="3000">
              <a:solidFill>
                <a:schemeClr val="dk2"/>
              </a:solidFill>
              <a:latin typeface="Times New Roman"/>
              <a:ea typeface="Times New Roman"/>
              <a:cs typeface="Times New Roman"/>
              <a:sym typeface="Times New Roman"/>
            </a:endParaRPr>
          </a:p>
        </p:txBody>
      </p:sp>
      <p:sp>
        <p:nvSpPr>
          <p:cNvPr id="68" name="Google Shape;68;p13"/>
          <p:cNvSpPr txBox="1"/>
          <p:nvPr/>
        </p:nvSpPr>
        <p:spPr>
          <a:xfrm>
            <a:off x="4605025" y="679775"/>
            <a:ext cx="3999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21</a:t>
            </a:r>
            <a:endParaRPr sz="1600">
              <a:solidFill>
                <a:schemeClr val="dk2"/>
              </a:solidFill>
              <a:latin typeface="Times New Roman"/>
              <a:ea typeface="Times New Roman"/>
              <a:cs typeface="Times New Roman"/>
              <a:sym typeface="Times New Roman"/>
            </a:endParaRPr>
          </a:p>
        </p:txBody>
      </p:sp>
      <p:sp>
        <p:nvSpPr>
          <p:cNvPr id="69" name="Google Shape;69;p13"/>
          <p:cNvSpPr txBox="1"/>
          <p:nvPr/>
        </p:nvSpPr>
        <p:spPr>
          <a:xfrm>
            <a:off x="5004925" y="679775"/>
            <a:ext cx="3999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2</a:t>
            </a:r>
            <a:endParaRPr sz="1600">
              <a:solidFill>
                <a:schemeClr val="dk2"/>
              </a:solidFill>
              <a:latin typeface="Times New Roman"/>
              <a:ea typeface="Times New Roman"/>
              <a:cs typeface="Times New Roman"/>
              <a:sym typeface="Times New Roman"/>
            </a:endParaRPr>
          </a:p>
        </p:txBody>
      </p:sp>
      <p:sp>
        <p:nvSpPr>
          <p:cNvPr id="70" name="Google Shape;70;p13"/>
          <p:cNvSpPr txBox="1"/>
          <p:nvPr/>
        </p:nvSpPr>
        <p:spPr>
          <a:xfrm>
            <a:off x="6038375" y="679775"/>
            <a:ext cx="3999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17</a:t>
            </a:r>
            <a:endParaRPr sz="1600">
              <a:solidFill>
                <a:schemeClr val="dk2"/>
              </a:solidFill>
              <a:latin typeface="Times New Roman"/>
              <a:ea typeface="Times New Roman"/>
              <a:cs typeface="Times New Roman"/>
              <a:sym typeface="Times New Roman"/>
            </a:endParaRPr>
          </a:p>
        </p:txBody>
      </p:sp>
      <p:sp>
        <p:nvSpPr>
          <p:cNvPr id="71" name="Google Shape;71;p13"/>
          <p:cNvSpPr txBox="1"/>
          <p:nvPr/>
        </p:nvSpPr>
        <p:spPr>
          <a:xfrm>
            <a:off x="6438275" y="679775"/>
            <a:ext cx="3999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0</a:t>
            </a:r>
            <a:endParaRPr sz="1600">
              <a:solidFill>
                <a:schemeClr val="dk2"/>
              </a:solidFill>
              <a:latin typeface="Times New Roman"/>
              <a:ea typeface="Times New Roman"/>
              <a:cs typeface="Times New Roman"/>
              <a:sym typeface="Times New Roman"/>
            </a:endParaRPr>
          </a:p>
        </p:txBody>
      </p:sp>
      <p:sp>
        <p:nvSpPr>
          <p:cNvPr id="72" name="Google Shape;72;p13"/>
          <p:cNvSpPr txBox="1"/>
          <p:nvPr/>
        </p:nvSpPr>
        <p:spPr>
          <a:xfrm>
            <a:off x="4605025" y="1422725"/>
            <a:ext cx="3999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6+1</a:t>
            </a:r>
            <a:endParaRPr sz="1600">
              <a:solidFill>
                <a:schemeClr val="dk2"/>
              </a:solidFill>
              <a:latin typeface="Times New Roman"/>
              <a:ea typeface="Times New Roman"/>
              <a:cs typeface="Times New Roman"/>
              <a:sym typeface="Times New Roman"/>
            </a:endParaRPr>
          </a:p>
        </p:txBody>
      </p:sp>
      <p:sp>
        <p:nvSpPr>
          <p:cNvPr id="73" name="Google Shape;73;p13"/>
          <p:cNvSpPr txBox="1"/>
          <p:nvPr/>
        </p:nvSpPr>
        <p:spPr>
          <a:xfrm>
            <a:off x="5004925" y="1422725"/>
            <a:ext cx="3999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6</a:t>
            </a:r>
            <a:endParaRPr sz="1600">
              <a:solidFill>
                <a:schemeClr val="dk2"/>
              </a:solidFill>
              <a:latin typeface="Times New Roman"/>
              <a:ea typeface="Times New Roman"/>
              <a:cs typeface="Times New Roman"/>
              <a:sym typeface="Times New Roman"/>
            </a:endParaRPr>
          </a:p>
        </p:txBody>
      </p:sp>
      <p:sp>
        <p:nvSpPr>
          <p:cNvPr id="74" name="Google Shape;74;p13"/>
          <p:cNvSpPr txBox="1"/>
          <p:nvPr/>
        </p:nvSpPr>
        <p:spPr>
          <a:xfrm>
            <a:off x="6038375" y="1422725"/>
            <a:ext cx="7998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13</a:t>
            </a:r>
            <a:endParaRPr sz="1600">
              <a:solidFill>
                <a:schemeClr val="dk2"/>
              </a:solidFill>
              <a:latin typeface="Times New Roman"/>
              <a:ea typeface="Times New Roman"/>
              <a:cs typeface="Times New Roman"/>
              <a:sym typeface="Times New Roman"/>
            </a:endParaRPr>
          </a:p>
        </p:txBody>
      </p:sp>
      <p:sp>
        <p:nvSpPr>
          <p:cNvPr id="75" name="Google Shape;75;p13"/>
          <p:cNvSpPr/>
          <p:nvPr/>
        </p:nvSpPr>
        <p:spPr>
          <a:xfrm>
            <a:off x="2442775" y="336590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3"/>
          <p:cNvSpPr/>
          <p:nvPr/>
        </p:nvSpPr>
        <p:spPr>
          <a:xfrm>
            <a:off x="2442775" y="356475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3"/>
          <p:cNvSpPr/>
          <p:nvPr/>
        </p:nvSpPr>
        <p:spPr>
          <a:xfrm>
            <a:off x="2442775" y="3755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3"/>
          <p:cNvSpPr/>
          <p:nvPr/>
        </p:nvSpPr>
        <p:spPr>
          <a:xfrm>
            <a:off x="2442775" y="394570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3"/>
          <p:cNvSpPr/>
          <p:nvPr/>
        </p:nvSpPr>
        <p:spPr>
          <a:xfrm>
            <a:off x="2442775" y="41445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 name="Google Shape;80;p13"/>
          <p:cNvSpPr/>
          <p:nvPr/>
        </p:nvSpPr>
        <p:spPr>
          <a:xfrm>
            <a:off x="2442775" y="43362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3"/>
          <p:cNvSpPr/>
          <p:nvPr/>
        </p:nvSpPr>
        <p:spPr>
          <a:xfrm>
            <a:off x="2442775" y="45338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 name="Google Shape;82;p13"/>
          <p:cNvSpPr/>
          <p:nvPr/>
        </p:nvSpPr>
        <p:spPr>
          <a:xfrm>
            <a:off x="2442775" y="472435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3"/>
          <p:cNvSpPr/>
          <p:nvPr/>
        </p:nvSpPr>
        <p:spPr>
          <a:xfrm>
            <a:off x="2442775" y="49148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 name="Google Shape;84;p13"/>
          <p:cNvSpPr/>
          <p:nvPr/>
        </p:nvSpPr>
        <p:spPr>
          <a:xfrm>
            <a:off x="2442775" y="5117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 name="Google Shape;85;p13"/>
          <p:cNvSpPr/>
          <p:nvPr/>
        </p:nvSpPr>
        <p:spPr>
          <a:xfrm>
            <a:off x="2442775" y="53041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3"/>
          <p:cNvSpPr/>
          <p:nvPr/>
        </p:nvSpPr>
        <p:spPr>
          <a:xfrm>
            <a:off x="2442775" y="54933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3"/>
          <p:cNvSpPr/>
          <p:nvPr/>
        </p:nvSpPr>
        <p:spPr>
          <a:xfrm>
            <a:off x="2442775" y="56934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3"/>
          <p:cNvSpPr/>
          <p:nvPr/>
        </p:nvSpPr>
        <p:spPr>
          <a:xfrm>
            <a:off x="2442775" y="587802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3"/>
          <p:cNvSpPr/>
          <p:nvPr/>
        </p:nvSpPr>
        <p:spPr>
          <a:xfrm>
            <a:off x="3021413" y="336522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3"/>
          <p:cNvSpPr/>
          <p:nvPr/>
        </p:nvSpPr>
        <p:spPr>
          <a:xfrm>
            <a:off x="3192900" y="33659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3"/>
          <p:cNvSpPr/>
          <p:nvPr/>
        </p:nvSpPr>
        <p:spPr>
          <a:xfrm>
            <a:off x="3359575" y="33659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3"/>
          <p:cNvSpPr/>
          <p:nvPr/>
        </p:nvSpPr>
        <p:spPr>
          <a:xfrm>
            <a:off x="3526250" y="33659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3"/>
          <p:cNvSpPr/>
          <p:nvPr/>
        </p:nvSpPr>
        <p:spPr>
          <a:xfrm>
            <a:off x="2872600" y="336590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3"/>
          <p:cNvSpPr/>
          <p:nvPr/>
        </p:nvSpPr>
        <p:spPr>
          <a:xfrm>
            <a:off x="2872600" y="356475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3"/>
          <p:cNvSpPr/>
          <p:nvPr/>
        </p:nvSpPr>
        <p:spPr>
          <a:xfrm>
            <a:off x="3021413" y="35605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3"/>
          <p:cNvSpPr/>
          <p:nvPr/>
        </p:nvSpPr>
        <p:spPr>
          <a:xfrm>
            <a:off x="3192888" y="35647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3"/>
          <p:cNvSpPr/>
          <p:nvPr/>
        </p:nvSpPr>
        <p:spPr>
          <a:xfrm>
            <a:off x="3359563" y="35647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3"/>
          <p:cNvSpPr/>
          <p:nvPr/>
        </p:nvSpPr>
        <p:spPr>
          <a:xfrm>
            <a:off x="3526238" y="35647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3"/>
          <p:cNvSpPr/>
          <p:nvPr/>
        </p:nvSpPr>
        <p:spPr>
          <a:xfrm>
            <a:off x="2872600" y="3755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3"/>
          <p:cNvSpPr/>
          <p:nvPr/>
        </p:nvSpPr>
        <p:spPr>
          <a:xfrm>
            <a:off x="2872600" y="394570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3"/>
          <p:cNvSpPr/>
          <p:nvPr/>
        </p:nvSpPr>
        <p:spPr>
          <a:xfrm>
            <a:off x="2872600" y="41445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3"/>
          <p:cNvSpPr/>
          <p:nvPr/>
        </p:nvSpPr>
        <p:spPr>
          <a:xfrm>
            <a:off x="3021425" y="41445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3"/>
          <p:cNvSpPr/>
          <p:nvPr/>
        </p:nvSpPr>
        <p:spPr>
          <a:xfrm>
            <a:off x="3192900" y="41445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13"/>
          <p:cNvSpPr/>
          <p:nvPr/>
        </p:nvSpPr>
        <p:spPr>
          <a:xfrm>
            <a:off x="2872600" y="43362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3"/>
          <p:cNvSpPr/>
          <p:nvPr/>
        </p:nvSpPr>
        <p:spPr>
          <a:xfrm>
            <a:off x="2872600" y="45280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3"/>
          <p:cNvSpPr/>
          <p:nvPr/>
        </p:nvSpPr>
        <p:spPr>
          <a:xfrm>
            <a:off x="2872600" y="471972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3"/>
          <p:cNvSpPr/>
          <p:nvPr/>
        </p:nvSpPr>
        <p:spPr>
          <a:xfrm>
            <a:off x="2872600" y="49114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3"/>
          <p:cNvSpPr/>
          <p:nvPr/>
        </p:nvSpPr>
        <p:spPr>
          <a:xfrm>
            <a:off x="2872600" y="51103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 name="Google Shape;109;p13"/>
          <p:cNvSpPr/>
          <p:nvPr/>
        </p:nvSpPr>
        <p:spPr>
          <a:xfrm>
            <a:off x="2872600" y="52947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3"/>
          <p:cNvSpPr/>
          <p:nvPr/>
        </p:nvSpPr>
        <p:spPr>
          <a:xfrm>
            <a:off x="2872600" y="54937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3"/>
          <p:cNvSpPr/>
          <p:nvPr/>
        </p:nvSpPr>
        <p:spPr>
          <a:xfrm>
            <a:off x="2872600" y="5684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3"/>
          <p:cNvSpPr/>
          <p:nvPr/>
        </p:nvSpPr>
        <p:spPr>
          <a:xfrm>
            <a:off x="2872600" y="587470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3"/>
          <p:cNvSpPr/>
          <p:nvPr/>
        </p:nvSpPr>
        <p:spPr>
          <a:xfrm>
            <a:off x="3021425" y="587802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3"/>
          <p:cNvSpPr/>
          <p:nvPr/>
        </p:nvSpPr>
        <p:spPr>
          <a:xfrm>
            <a:off x="3192900" y="58780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3"/>
          <p:cNvSpPr/>
          <p:nvPr/>
        </p:nvSpPr>
        <p:spPr>
          <a:xfrm>
            <a:off x="3359575" y="58747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3"/>
          <p:cNvSpPr/>
          <p:nvPr/>
        </p:nvSpPr>
        <p:spPr>
          <a:xfrm>
            <a:off x="3526250" y="58747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3"/>
          <p:cNvSpPr/>
          <p:nvPr/>
        </p:nvSpPr>
        <p:spPr>
          <a:xfrm>
            <a:off x="3021413" y="3755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8" name="Google Shape;118;p13"/>
          <p:cNvSpPr/>
          <p:nvPr/>
        </p:nvSpPr>
        <p:spPr>
          <a:xfrm>
            <a:off x="3192888" y="3755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13"/>
          <p:cNvSpPr/>
          <p:nvPr/>
        </p:nvSpPr>
        <p:spPr>
          <a:xfrm>
            <a:off x="3364363" y="3755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 name="Google Shape;120;p13"/>
          <p:cNvSpPr/>
          <p:nvPr/>
        </p:nvSpPr>
        <p:spPr>
          <a:xfrm>
            <a:off x="3526238" y="3755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3"/>
          <p:cNvSpPr/>
          <p:nvPr/>
        </p:nvSpPr>
        <p:spPr>
          <a:xfrm>
            <a:off x="3359563" y="41445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 name="Google Shape;122;p13"/>
          <p:cNvSpPr/>
          <p:nvPr/>
        </p:nvSpPr>
        <p:spPr>
          <a:xfrm>
            <a:off x="3526238" y="41445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3"/>
          <p:cNvSpPr/>
          <p:nvPr/>
        </p:nvSpPr>
        <p:spPr>
          <a:xfrm>
            <a:off x="3021425" y="3949888"/>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13"/>
          <p:cNvSpPr/>
          <p:nvPr/>
        </p:nvSpPr>
        <p:spPr>
          <a:xfrm>
            <a:off x="3192900" y="3949888"/>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 name="Google Shape;125;p13"/>
          <p:cNvSpPr/>
          <p:nvPr/>
        </p:nvSpPr>
        <p:spPr>
          <a:xfrm>
            <a:off x="3359575" y="3949888"/>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3"/>
          <p:cNvSpPr/>
          <p:nvPr/>
        </p:nvSpPr>
        <p:spPr>
          <a:xfrm>
            <a:off x="3526250" y="39498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13"/>
          <p:cNvSpPr/>
          <p:nvPr/>
        </p:nvSpPr>
        <p:spPr>
          <a:xfrm>
            <a:off x="3021425" y="43350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 name="Google Shape;128;p13"/>
          <p:cNvSpPr/>
          <p:nvPr/>
        </p:nvSpPr>
        <p:spPr>
          <a:xfrm>
            <a:off x="3021425" y="45255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3"/>
          <p:cNvSpPr/>
          <p:nvPr/>
        </p:nvSpPr>
        <p:spPr>
          <a:xfrm>
            <a:off x="3021425" y="471600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 name="Google Shape;130;p13"/>
          <p:cNvSpPr/>
          <p:nvPr/>
        </p:nvSpPr>
        <p:spPr>
          <a:xfrm>
            <a:off x="3021425" y="49139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3"/>
          <p:cNvSpPr/>
          <p:nvPr/>
        </p:nvSpPr>
        <p:spPr>
          <a:xfrm>
            <a:off x="3021425" y="51065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2" name="Google Shape;132;p13"/>
          <p:cNvSpPr/>
          <p:nvPr/>
        </p:nvSpPr>
        <p:spPr>
          <a:xfrm>
            <a:off x="3021425" y="52970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3"/>
          <p:cNvSpPr/>
          <p:nvPr/>
        </p:nvSpPr>
        <p:spPr>
          <a:xfrm>
            <a:off x="3021425" y="54922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3"/>
          <p:cNvSpPr/>
          <p:nvPr/>
        </p:nvSpPr>
        <p:spPr>
          <a:xfrm>
            <a:off x="3021425" y="56851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3"/>
          <p:cNvSpPr/>
          <p:nvPr/>
        </p:nvSpPr>
        <p:spPr>
          <a:xfrm>
            <a:off x="3192900" y="43350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3"/>
          <p:cNvSpPr/>
          <p:nvPr/>
        </p:nvSpPr>
        <p:spPr>
          <a:xfrm>
            <a:off x="3359575" y="43350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3"/>
          <p:cNvSpPr/>
          <p:nvPr/>
        </p:nvSpPr>
        <p:spPr>
          <a:xfrm>
            <a:off x="3526250" y="43350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3"/>
          <p:cNvSpPr/>
          <p:nvPr/>
        </p:nvSpPr>
        <p:spPr>
          <a:xfrm>
            <a:off x="3192900" y="45255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13"/>
          <p:cNvSpPr/>
          <p:nvPr/>
        </p:nvSpPr>
        <p:spPr>
          <a:xfrm>
            <a:off x="3359575" y="45255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 name="Google Shape;140;p13"/>
          <p:cNvSpPr/>
          <p:nvPr/>
        </p:nvSpPr>
        <p:spPr>
          <a:xfrm>
            <a:off x="3526250" y="45254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13"/>
          <p:cNvSpPr/>
          <p:nvPr/>
        </p:nvSpPr>
        <p:spPr>
          <a:xfrm>
            <a:off x="3192900" y="47160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3"/>
          <p:cNvSpPr/>
          <p:nvPr/>
        </p:nvSpPr>
        <p:spPr>
          <a:xfrm>
            <a:off x="3359575" y="47160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13"/>
          <p:cNvSpPr/>
          <p:nvPr/>
        </p:nvSpPr>
        <p:spPr>
          <a:xfrm>
            <a:off x="3526250" y="47197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3"/>
          <p:cNvSpPr/>
          <p:nvPr/>
        </p:nvSpPr>
        <p:spPr>
          <a:xfrm>
            <a:off x="3192900" y="49139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3"/>
          <p:cNvSpPr/>
          <p:nvPr/>
        </p:nvSpPr>
        <p:spPr>
          <a:xfrm>
            <a:off x="3359575" y="491228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3"/>
          <p:cNvSpPr/>
          <p:nvPr/>
        </p:nvSpPr>
        <p:spPr>
          <a:xfrm>
            <a:off x="3526250" y="491398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13"/>
          <p:cNvSpPr/>
          <p:nvPr/>
        </p:nvSpPr>
        <p:spPr>
          <a:xfrm>
            <a:off x="3192900" y="51065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13"/>
          <p:cNvSpPr/>
          <p:nvPr/>
        </p:nvSpPr>
        <p:spPr>
          <a:xfrm>
            <a:off x="3359575" y="51048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9" name="Google Shape;149;p13"/>
          <p:cNvSpPr/>
          <p:nvPr/>
        </p:nvSpPr>
        <p:spPr>
          <a:xfrm>
            <a:off x="3526250" y="51048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 name="Google Shape;150;p13"/>
          <p:cNvSpPr/>
          <p:nvPr/>
        </p:nvSpPr>
        <p:spPr>
          <a:xfrm>
            <a:off x="3192900" y="52970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3"/>
          <p:cNvSpPr/>
          <p:nvPr/>
        </p:nvSpPr>
        <p:spPr>
          <a:xfrm>
            <a:off x="3359575" y="52953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3"/>
          <p:cNvSpPr/>
          <p:nvPr/>
        </p:nvSpPr>
        <p:spPr>
          <a:xfrm>
            <a:off x="3526250" y="52972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3" name="Google Shape;153;p13"/>
          <p:cNvSpPr/>
          <p:nvPr/>
        </p:nvSpPr>
        <p:spPr>
          <a:xfrm>
            <a:off x="3192900" y="54922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4" name="Google Shape;154;p13"/>
          <p:cNvSpPr/>
          <p:nvPr/>
        </p:nvSpPr>
        <p:spPr>
          <a:xfrm>
            <a:off x="3359575" y="549368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3"/>
          <p:cNvSpPr/>
          <p:nvPr/>
        </p:nvSpPr>
        <p:spPr>
          <a:xfrm>
            <a:off x="3526250" y="54937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13"/>
          <p:cNvSpPr/>
          <p:nvPr/>
        </p:nvSpPr>
        <p:spPr>
          <a:xfrm>
            <a:off x="3192900" y="56851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13"/>
          <p:cNvSpPr/>
          <p:nvPr/>
        </p:nvSpPr>
        <p:spPr>
          <a:xfrm>
            <a:off x="3359575" y="56842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3"/>
          <p:cNvSpPr/>
          <p:nvPr/>
        </p:nvSpPr>
        <p:spPr>
          <a:xfrm>
            <a:off x="3526250" y="56804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13"/>
          <p:cNvSpPr/>
          <p:nvPr/>
        </p:nvSpPr>
        <p:spPr>
          <a:xfrm>
            <a:off x="5681275" y="3365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13"/>
          <p:cNvSpPr/>
          <p:nvPr/>
        </p:nvSpPr>
        <p:spPr>
          <a:xfrm>
            <a:off x="5681275" y="35605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13"/>
          <p:cNvSpPr/>
          <p:nvPr/>
        </p:nvSpPr>
        <p:spPr>
          <a:xfrm>
            <a:off x="5681275" y="375522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2" name="Google Shape;162;p13"/>
          <p:cNvSpPr/>
          <p:nvPr/>
        </p:nvSpPr>
        <p:spPr>
          <a:xfrm>
            <a:off x="5681275" y="39498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13"/>
          <p:cNvSpPr/>
          <p:nvPr/>
        </p:nvSpPr>
        <p:spPr>
          <a:xfrm>
            <a:off x="5681275" y="41445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13"/>
          <p:cNvSpPr/>
          <p:nvPr/>
        </p:nvSpPr>
        <p:spPr>
          <a:xfrm>
            <a:off x="5681275" y="45254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13"/>
          <p:cNvSpPr/>
          <p:nvPr/>
        </p:nvSpPr>
        <p:spPr>
          <a:xfrm>
            <a:off x="5681275" y="47201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3"/>
          <p:cNvSpPr/>
          <p:nvPr/>
        </p:nvSpPr>
        <p:spPr>
          <a:xfrm>
            <a:off x="5681275" y="49148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13"/>
          <p:cNvSpPr/>
          <p:nvPr/>
        </p:nvSpPr>
        <p:spPr>
          <a:xfrm>
            <a:off x="5681275" y="511030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13"/>
          <p:cNvSpPr/>
          <p:nvPr/>
        </p:nvSpPr>
        <p:spPr>
          <a:xfrm>
            <a:off x="5681275" y="53057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9" name="Google Shape;169;p13"/>
          <p:cNvSpPr/>
          <p:nvPr/>
        </p:nvSpPr>
        <p:spPr>
          <a:xfrm>
            <a:off x="5681275" y="568512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3"/>
          <p:cNvSpPr/>
          <p:nvPr/>
        </p:nvSpPr>
        <p:spPr>
          <a:xfrm>
            <a:off x="5681275" y="58797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 name="Google Shape;171;p13"/>
          <p:cNvSpPr/>
          <p:nvPr/>
        </p:nvSpPr>
        <p:spPr>
          <a:xfrm>
            <a:off x="5681275" y="60744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13"/>
          <p:cNvSpPr/>
          <p:nvPr/>
        </p:nvSpPr>
        <p:spPr>
          <a:xfrm>
            <a:off x="5681275" y="62690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 name="Google Shape;173;p13"/>
          <p:cNvSpPr/>
          <p:nvPr/>
        </p:nvSpPr>
        <p:spPr>
          <a:xfrm>
            <a:off x="5681275" y="64637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13"/>
          <p:cNvSpPr/>
          <p:nvPr/>
        </p:nvSpPr>
        <p:spPr>
          <a:xfrm>
            <a:off x="5681275" y="68530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13"/>
          <p:cNvSpPr/>
          <p:nvPr/>
        </p:nvSpPr>
        <p:spPr>
          <a:xfrm>
            <a:off x="5681275" y="70509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13"/>
          <p:cNvSpPr/>
          <p:nvPr/>
        </p:nvSpPr>
        <p:spPr>
          <a:xfrm>
            <a:off x="5681275" y="72423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7" name="Google Shape;177;p13"/>
          <p:cNvSpPr/>
          <p:nvPr/>
        </p:nvSpPr>
        <p:spPr>
          <a:xfrm>
            <a:off x="2438000" y="628828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13"/>
          <p:cNvSpPr/>
          <p:nvPr/>
        </p:nvSpPr>
        <p:spPr>
          <a:xfrm>
            <a:off x="2438000" y="6479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13"/>
          <p:cNvSpPr/>
          <p:nvPr/>
        </p:nvSpPr>
        <p:spPr>
          <a:xfrm>
            <a:off x="2438000" y="6678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13"/>
          <p:cNvSpPr/>
          <p:nvPr/>
        </p:nvSpPr>
        <p:spPr>
          <a:xfrm>
            <a:off x="2438000" y="68685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p13"/>
          <p:cNvSpPr/>
          <p:nvPr/>
        </p:nvSpPr>
        <p:spPr>
          <a:xfrm>
            <a:off x="2438000" y="70690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13"/>
          <p:cNvSpPr/>
          <p:nvPr/>
        </p:nvSpPr>
        <p:spPr>
          <a:xfrm>
            <a:off x="2438000" y="72578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13"/>
          <p:cNvSpPr/>
          <p:nvPr/>
        </p:nvSpPr>
        <p:spPr>
          <a:xfrm>
            <a:off x="2872600" y="62930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13"/>
          <p:cNvSpPr/>
          <p:nvPr/>
        </p:nvSpPr>
        <p:spPr>
          <a:xfrm>
            <a:off x="3021425" y="62930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 name="Google Shape;185;p13"/>
          <p:cNvSpPr/>
          <p:nvPr/>
        </p:nvSpPr>
        <p:spPr>
          <a:xfrm>
            <a:off x="3192900" y="62930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13"/>
          <p:cNvSpPr/>
          <p:nvPr/>
        </p:nvSpPr>
        <p:spPr>
          <a:xfrm>
            <a:off x="3359575" y="62930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13"/>
          <p:cNvSpPr/>
          <p:nvPr/>
        </p:nvSpPr>
        <p:spPr>
          <a:xfrm>
            <a:off x="3526250" y="62930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13"/>
          <p:cNvSpPr/>
          <p:nvPr/>
        </p:nvSpPr>
        <p:spPr>
          <a:xfrm>
            <a:off x="2872600" y="64792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13"/>
          <p:cNvSpPr/>
          <p:nvPr/>
        </p:nvSpPr>
        <p:spPr>
          <a:xfrm>
            <a:off x="3021425" y="64792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13"/>
          <p:cNvSpPr/>
          <p:nvPr/>
        </p:nvSpPr>
        <p:spPr>
          <a:xfrm>
            <a:off x="3192900" y="64792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13"/>
          <p:cNvSpPr/>
          <p:nvPr/>
        </p:nvSpPr>
        <p:spPr>
          <a:xfrm>
            <a:off x="3359575" y="64792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13"/>
          <p:cNvSpPr/>
          <p:nvPr/>
        </p:nvSpPr>
        <p:spPr>
          <a:xfrm>
            <a:off x="3526250" y="64792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13"/>
          <p:cNvSpPr/>
          <p:nvPr/>
        </p:nvSpPr>
        <p:spPr>
          <a:xfrm>
            <a:off x="2872600" y="6678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13"/>
          <p:cNvSpPr/>
          <p:nvPr/>
        </p:nvSpPr>
        <p:spPr>
          <a:xfrm>
            <a:off x="3021425" y="6678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13"/>
          <p:cNvSpPr/>
          <p:nvPr/>
        </p:nvSpPr>
        <p:spPr>
          <a:xfrm>
            <a:off x="3192900" y="6678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13"/>
          <p:cNvSpPr/>
          <p:nvPr/>
        </p:nvSpPr>
        <p:spPr>
          <a:xfrm>
            <a:off x="3359575" y="6678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13"/>
          <p:cNvSpPr/>
          <p:nvPr/>
        </p:nvSpPr>
        <p:spPr>
          <a:xfrm>
            <a:off x="3526250" y="6678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13"/>
          <p:cNvSpPr/>
          <p:nvPr/>
        </p:nvSpPr>
        <p:spPr>
          <a:xfrm>
            <a:off x="3526250" y="68669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13"/>
          <p:cNvSpPr/>
          <p:nvPr/>
        </p:nvSpPr>
        <p:spPr>
          <a:xfrm>
            <a:off x="2872600" y="68685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13"/>
          <p:cNvSpPr/>
          <p:nvPr/>
        </p:nvSpPr>
        <p:spPr>
          <a:xfrm>
            <a:off x="3021425" y="68685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13"/>
          <p:cNvSpPr/>
          <p:nvPr/>
        </p:nvSpPr>
        <p:spPr>
          <a:xfrm>
            <a:off x="3192900" y="68669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2" name="Google Shape;202;p13"/>
          <p:cNvSpPr/>
          <p:nvPr/>
        </p:nvSpPr>
        <p:spPr>
          <a:xfrm>
            <a:off x="3359575" y="68669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13"/>
          <p:cNvSpPr/>
          <p:nvPr/>
        </p:nvSpPr>
        <p:spPr>
          <a:xfrm>
            <a:off x="3526250" y="70645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13"/>
          <p:cNvSpPr/>
          <p:nvPr/>
        </p:nvSpPr>
        <p:spPr>
          <a:xfrm>
            <a:off x="3192900" y="70690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13"/>
          <p:cNvSpPr/>
          <p:nvPr/>
        </p:nvSpPr>
        <p:spPr>
          <a:xfrm>
            <a:off x="2872600" y="70690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6" name="Google Shape;206;p13"/>
          <p:cNvSpPr/>
          <p:nvPr/>
        </p:nvSpPr>
        <p:spPr>
          <a:xfrm>
            <a:off x="3364375" y="70690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7" name="Google Shape;207;p13"/>
          <p:cNvSpPr/>
          <p:nvPr/>
        </p:nvSpPr>
        <p:spPr>
          <a:xfrm>
            <a:off x="3021425" y="70690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8" name="Google Shape;208;p13"/>
          <p:cNvSpPr/>
          <p:nvPr/>
        </p:nvSpPr>
        <p:spPr>
          <a:xfrm>
            <a:off x="3526250" y="72546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13"/>
          <p:cNvSpPr/>
          <p:nvPr/>
        </p:nvSpPr>
        <p:spPr>
          <a:xfrm>
            <a:off x="3364375" y="72546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13"/>
          <p:cNvSpPr/>
          <p:nvPr/>
        </p:nvSpPr>
        <p:spPr>
          <a:xfrm>
            <a:off x="3021425" y="72578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13"/>
          <p:cNvSpPr/>
          <p:nvPr/>
        </p:nvSpPr>
        <p:spPr>
          <a:xfrm>
            <a:off x="2872600" y="72578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13"/>
          <p:cNvSpPr/>
          <p:nvPr/>
        </p:nvSpPr>
        <p:spPr>
          <a:xfrm>
            <a:off x="3192900" y="72546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13"/>
          <p:cNvSpPr/>
          <p:nvPr/>
        </p:nvSpPr>
        <p:spPr>
          <a:xfrm>
            <a:off x="6118250" y="33659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13"/>
          <p:cNvSpPr/>
          <p:nvPr/>
        </p:nvSpPr>
        <p:spPr>
          <a:xfrm>
            <a:off x="6275400" y="33652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13"/>
          <p:cNvSpPr/>
          <p:nvPr/>
        </p:nvSpPr>
        <p:spPr>
          <a:xfrm>
            <a:off x="6443275" y="33659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13"/>
          <p:cNvSpPr/>
          <p:nvPr/>
        </p:nvSpPr>
        <p:spPr>
          <a:xfrm>
            <a:off x="6611150" y="33659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7" name="Google Shape;217;p13"/>
          <p:cNvSpPr/>
          <p:nvPr/>
        </p:nvSpPr>
        <p:spPr>
          <a:xfrm>
            <a:off x="6779025" y="33659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13"/>
          <p:cNvSpPr/>
          <p:nvPr/>
        </p:nvSpPr>
        <p:spPr>
          <a:xfrm>
            <a:off x="6275400" y="35605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9" name="Google Shape;219;p13"/>
          <p:cNvSpPr/>
          <p:nvPr/>
        </p:nvSpPr>
        <p:spPr>
          <a:xfrm>
            <a:off x="6118250" y="35605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13"/>
          <p:cNvSpPr/>
          <p:nvPr/>
        </p:nvSpPr>
        <p:spPr>
          <a:xfrm>
            <a:off x="6443275" y="35605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1" name="Google Shape;221;p13"/>
          <p:cNvSpPr/>
          <p:nvPr/>
        </p:nvSpPr>
        <p:spPr>
          <a:xfrm>
            <a:off x="6611150" y="35605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2" name="Google Shape;222;p13"/>
          <p:cNvSpPr/>
          <p:nvPr/>
        </p:nvSpPr>
        <p:spPr>
          <a:xfrm>
            <a:off x="6779025" y="35605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13"/>
          <p:cNvSpPr/>
          <p:nvPr/>
        </p:nvSpPr>
        <p:spPr>
          <a:xfrm>
            <a:off x="6779025" y="37522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13"/>
          <p:cNvSpPr/>
          <p:nvPr/>
        </p:nvSpPr>
        <p:spPr>
          <a:xfrm>
            <a:off x="6275400" y="375227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13"/>
          <p:cNvSpPr/>
          <p:nvPr/>
        </p:nvSpPr>
        <p:spPr>
          <a:xfrm>
            <a:off x="6443275" y="375525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6" name="Google Shape;226;p13"/>
          <p:cNvSpPr/>
          <p:nvPr/>
        </p:nvSpPr>
        <p:spPr>
          <a:xfrm>
            <a:off x="6611150" y="375227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13"/>
          <p:cNvSpPr/>
          <p:nvPr/>
        </p:nvSpPr>
        <p:spPr>
          <a:xfrm>
            <a:off x="6118250" y="375227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13"/>
          <p:cNvSpPr/>
          <p:nvPr/>
        </p:nvSpPr>
        <p:spPr>
          <a:xfrm>
            <a:off x="6275400" y="39439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13"/>
          <p:cNvSpPr/>
          <p:nvPr/>
        </p:nvSpPr>
        <p:spPr>
          <a:xfrm>
            <a:off x="6611150" y="39439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0" name="Google Shape;230;p13"/>
          <p:cNvSpPr/>
          <p:nvPr/>
        </p:nvSpPr>
        <p:spPr>
          <a:xfrm>
            <a:off x="6443275" y="39439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13"/>
          <p:cNvSpPr/>
          <p:nvPr/>
        </p:nvSpPr>
        <p:spPr>
          <a:xfrm>
            <a:off x="6779025" y="39439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2" name="Google Shape;232;p13"/>
          <p:cNvSpPr/>
          <p:nvPr/>
        </p:nvSpPr>
        <p:spPr>
          <a:xfrm>
            <a:off x="6118250" y="39439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3" name="Google Shape;233;p13"/>
          <p:cNvSpPr/>
          <p:nvPr/>
        </p:nvSpPr>
        <p:spPr>
          <a:xfrm>
            <a:off x="6779025" y="41446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13"/>
          <p:cNvSpPr/>
          <p:nvPr/>
        </p:nvSpPr>
        <p:spPr>
          <a:xfrm>
            <a:off x="6118250" y="41445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5" name="Google Shape;235;p13"/>
          <p:cNvSpPr/>
          <p:nvPr/>
        </p:nvSpPr>
        <p:spPr>
          <a:xfrm>
            <a:off x="6443275" y="41446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13"/>
          <p:cNvSpPr/>
          <p:nvPr/>
        </p:nvSpPr>
        <p:spPr>
          <a:xfrm>
            <a:off x="6275400" y="41445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13"/>
          <p:cNvSpPr/>
          <p:nvPr/>
        </p:nvSpPr>
        <p:spPr>
          <a:xfrm>
            <a:off x="6611150" y="41445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8" name="Google Shape;238;p13"/>
          <p:cNvSpPr/>
          <p:nvPr/>
        </p:nvSpPr>
        <p:spPr>
          <a:xfrm>
            <a:off x="6779025" y="45280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9" name="Google Shape;239;p13"/>
          <p:cNvSpPr/>
          <p:nvPr/>
        </p:nvSpPr>
        <p:spPr>
          <a:xfrm>
            <a:off x="6275400" y="45280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13"/>
          <p:cNvSpPr/>
          <p:nvPr/>
        </p:nvSpPr>
        <p:spPr>
          <a:xfrm>
            <a:off x="6118250" y="45280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1" name="Google Shape;241;p13"/>
          <p:cNvSpPr/>
          <p:nvPr/>
        </p:nvSpPr>
        <p:spPr>
          <a:xfrm>
            <a:off x="6611150" y="45280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2" name="Google Shape;242;p13"/>
          <p:cNvSpPr/>
          <p:nvPr/>
        </p:nvSpPr>
        <p:spPr>
          <a:xfrm>
            <a:off x="6443275" y="45280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3" name="Google Shape;243;p13"/>
          <p:cNvSpPr/>
          <p:nvPr/>
        </p:nvSpPr>
        <p:spPr>
          <a:xfrm>
            <a:off x="6275400" y="47197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4" name="Google Shape;244;p13"/>
          <p:cNvSpPr/>
          <p:nvPr/>
        </p:nvSpPr>
        <p:spPr>
          <a:xfrm>
            <a:off x="6118250" y="47197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5" name="Google Shape;245;p13"/>
          <p:cNvSpPr/>
          <p:nvPr/>
        </p:nvSpPr>
        <p:spPr>
          <a:xfrm>
            <a:off x="6443275" y="47160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6" name="Google Shape;246;p13"/>
          <p:cNvSpPr/>
          <p:nvPr/>
        </p:nvSpPr>
        <p:spPr>
          <a:xfrm>
            <a:off x="6611150" y="47160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13"/>
          <p:cNvSpPr/>
          <p:nvPr/>
        </p:nvSpPr>
        <p:spPr>
          <a:xfrm>
            <a:off x="6779025" y="47160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13"/>
          <p:cNvSpPr/>
          <p:nvPr/>
        </p:nvSpPr>
        <p:spPr>
          <a:xfrm>
            <a:off x="6275400" y="4914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9" name="Google Shape;249;p13"/>
          <p:cNvSpPr/>
          <p:nvPr/>
        </p:nvSpPr>
        <p:spPr>
          <a:xfrm>
            <a:off x="6118250" y="4914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0" name="Google Shape;250;p13"/>
          <p:cNvSpPr/>
          <p:nvPr/>
        </p:nvSpPr>
        <p:spPr>
          <a:xfrm>
            <a:off x="6443275" y="4914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1" name="Google Shape;251;p13"/>
          <p:cNvSpPr/>
          <p:nvPr/>
        </p:nvSpPr>
        <p:spPr>
          <a:xfrm>
            <a:off x="6779025" y="491138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2" name="Google Shape;252;p13"/>
          <p:cNvSpPr/>
          <p:nvPr/>
        </p:nvSpPr>
        <p:spPr>
          <a:xfrm>
            <a:off x="6611150" y="49148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3" name="Google Shape;253;p13"/>
          <p:cNvSpPr/>
          <p:nvPr/>
        </p:nvSpPr>
        <p:spPr>
          <a:xfrm>
            <a:off x="6779025" y="51048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4" name="Google Shape;254;p13"/>
          <p:cNvSpPr/>
          <p:nvPr/>
        </p:nvSpPr>
        <p:spPr>
          <a:xfrm>
            <a:off x="6275400" y="5104838"/>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5" name="Google Shape;255;p13"/>
          <p:cNvSpPr/>
          <p:nvPr/>
        </p:nvSpPr>
        <p:spPr>
          <a:xfrm>
            <a:off x="6118250" y="5104838"/>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6" name="Google Shape;256;p13"/>
          <p:cNvSpPr/>
          <p:nvPr/>
        </p:nvSpPr>
        <p:spPr>
          <a:xfrm>
            <a:off x="6443275" y="51065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 name="Google Shape;257;p13"/>
          <p:cNvSpPr/>
          <p:nvPr/>
        </p:nvSpPr>
        <p:spPr>
          <a:xfrm>
            <a:off x="6611150" y="51065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13"/>
          <p:cNvSpPr/>
          <p:nvPr/>
        </p:nvSpPr>
        <p:spPr>
          <a:xfrm>
            <a:off x="6779025" y="53057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13"/>
          <p:cNvSpPr/>
          <p:nvPr/>
        </p:nvSpPr>
        <p:spPr>
          <a:xfrm>
            <a:off x="6275400" y="530576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13"/>
          <p:cNvSpPr/>
          <p:nvPr/>
        </p:nvSpPr>
        <p:spPr>
          <a:xfrm>
            <a:off x="6118250" y="53057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13"/>
          <p:cNvSpPr/>
          <p:nvPr/>
        </p:nvSpPr>
        <p:spPr>
          <a:xfrm>
            <a:off x="6443275" y="53057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2" name="Google Shape;262;p13"/>
          <p:cNvSpPr/>
          <p:nvPr/>
        </p:nvSpPr>
        <p:spPr>
          <a:xfrm>
            <a:off x="6611150" y="53057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13"/>
          <p:cNvSpPr/>
          <p:nvPr/>
        </p:nvSpPr>
        <p:spPr>
          <a:xfrm>
            <a:off x="6768300" y="56817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13"/>
          <p:cNvSpPr/>
          <p:nvPr/>
        </p:nvSpPr>
        <p:spPr>
          <a:xfrm>
            <a:off x="6275400" y="5681700"/>
            <a:ext cx="109500" cy="1131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13"/>
          <p:cNvSpPr/>
          <p:nvPr/>
        </p:nvSpPr>
        <p:spPr>
          <a:xfrm>
            <a:off x="6443275" y="5685050"/>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6" name="Google Shape;266;p13"/>
          <p:cNvSpPr/>
          <p:nvPr/>
        </p:nvSpPr>
        <p:spPr>
          <a:xfrm>
            <a:off x="6611150" y="56850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7" name="Google Shape;267;p13"/>
          <p:cNvSpPr/>
          <p:nvPr/>
        </p:nvSpPr>
        <p:spPr>
          <a:xfrm>
            <a:off x="6118250" y="58747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13"/>
          <p:cNvSpPr/>
          <p:nvPr/>
        </p:nvSpPr>
        <p:spPr>
          <a:xfrm>
            <a:off x="6275400" y="58747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9" name="Google Shape;269;p13"/>
          <p:cNvSpPr/>
          <p:nvPr/>
        </p:nvSpPr>
        <p:spPr>
          <a:xfrm>
            <a:off x="6443275" y="58764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13"/>
          <p:cNvSpPr/>
          <p:nvPr/>
        </p:nvSpPr>
        <p:spPr>
          <a:xfrm>
            <a:off x="6779025" y="58788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1" name="Google Shape;271;p13"/>
          <p:cNvSpPr/>
          <p:nvPr/>
        </p:nvSpPr>
        <p:spPr>
          <a:xfrm>
            <a:off x="6611150" y="58764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13"/>
          <p:cNvSpPr/>
          <p:nvPr/>
        </p:nvSpPr>
        <p:spPr>
          <a:xfrm>
            <a:off x="6275400" y="60677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13"/>
          <p:cNvSpPr/>
          <p:nvPr/>
        </p:nvSpPr>
        <p:spPr>
          <a:xfrm>
            <a:off x="6118250" y="60677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4" name="Google Shape;274;p13"/>
          <p:cNvSpPr/>
          <p:nvPr/>
        </p:nvSpPr>
        <p:spPr>
          <a:xfrm>
            <a:off x="6443275" y="60678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13"/>
          <p:cNvSpPr/>
          <p:nvPr/>
        </p:nvSpPr>
        <p:spPr>
          <a:xfrm>
            <a:off x="6611150" y="60678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13"/>
          <p:cNvSpPr/>
          <p:nvPr/>
        </p:nvSpPr>
        <p:spPr>
          <a:xfrm>
            <a:off x="6779025" y="60651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7" name="Google Shape;277;p13"/>
          <p:cNvSpPr/>
          <p:nvPr/>
        </p:nvSpPr>
        <p:spPr>
          <a:xfrm>
            <a:off x="6118250" y="62607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8" name="Google Shape;278;p13"/>
          <p:cNvSpPr/>
          <p:nvPr/>
        </p:nvSpPr>
        <p:spPr>
          <a:xfrm>
            <a:off x="6275400" y="62607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9" name="Google Shape;279;p13"/>
          <p:cNvSpPr/>
          <p:nvPr/>
        </p:nvSpPr>
        <p:spPr>
          <a:xfrm>
            <a:off x="6443275" y="6260738"/>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13"/>
          <p:cNvSpPr/>
          <p:nvPr/>
        </p:nvSpPr>
        <p:spPr>
          <a:xfrm>
            <a:off x="6611150" y="62592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1" name="Google Shape;281;p13"/>
          <p:cNvSpPr/>
          <p:nvPr/>
        </p:nvSpPr>
        <p:spPr>
          <a:xfrm>
            <a:off x="6779025" y="62585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13"/>
          <p:cNvSpPr/>
          <p:nvPr/>
        </p:nvSpPr>
        <p:spPr>
          <a:xfrm>
            <a:off x="6779025" y="64520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13"/>
          <p:cNvSpPr/>
          <p:nvPr/>
        </p:nvSpPr>
        <p:spPr>
          <a:xfrm>
            <a:off x="6611150" y="64552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13"/>
          <p:cNvSpPr/>
          <p:nvPr/>
        </p:nvSpPr>
        <p:spPr>
          <a:xfrm>
            <a:off x="6118250" y="64574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5" name="Google Shape;285;p13"/>
          <p:cNvSpPr/>
          <p:nvPr/>
        </p:nvSpPr>
        <p:spPr>
          <a:xfrm>
            <a:off x="6275400" y="64574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6" name="Google Shape;286;p13"/>
          <p:cNvSpPr/>
          <p:nvPr/>
        </p:nvSpPr>
        <p:spPr>
          <a:xfrm>
            <a:off x="6443275" y="645365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7" name="Google Shape;287;p13"/>
          <p:cNvSpPr/>
          <p:nvPr/>
        </p:nvSpPr>
        <p:spPr>
          <a:xfrm>
            <a:off x="6118250" y="68530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13"/>
          <p:cNvSpPr/>
          <p:nvPr/>
        </p:nvSpPr>
        <p:spPr>
          <a:xfrm>
            <a:off x="6275400" y="68530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13"/>
          <p:cNvSpPr/>
          <p:nvPr/>
        </p:nvSpPr>
        <p:spPr>
          <a:xfrm>
            <a:off x="6443275" y="6856300"/>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13"/>
          <p:cNvSpPr/>
          <p:nvPr/>
        </p:nvSpPr>
        <p:spPr>
          <a:xfrm>
            <a:off x="6619475" y="68530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1" name="Google Shape;291;p13"/>
          <p:cNvSpPr/>
          <p:nvPr/>
        </p:nvSpPr>
        <p:spPr>
          <a:xfrm>
            <a:off x="6779025" y="68530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2" name="Google Shape;292;p13"/>
          <p:cNvSpPr/>
          <p:nvPr/>
        </p:nvSpPr>
        <p:spPr>
          <a:xfrm>
            <a:off x="6118250" y="70509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13"/>
          <p:cNvSpPr/>
          <p:nvPr/>
        </p:nvSpPr>
        <p:spPr>
          <a:xfrm>
            <a:off x="6270650" y="70509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13"/>
          <p:cNvSpPr/>
          <p:nvPr/>
        </p:nvSpPr>
        <p:spPr>
          <a:xfrm>
            <a:off x="6443275" y="7049313"/>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5" name="Google Shape;295;p13"/>
          <p:cNvSpPr/>
          <p:nvPr/>
        </p:nvSpPr>
        <p:spPr>
          <a:xfrm>
            <a:off x="6619475" y="70509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6" name="Google Shape;296;p13"/>
          <p:cNvSpPr/>
          <p:nvPr/>
        </p:nvSpPr>
        <p:spPr>
          <a:xfrm>
            <a:off x="6779025" y="704767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13"/>
          <p:cNvSpPr/>
          <p:nvPr/>
        </p:nvSpPr>
        <p:spPr>
          <a:xfrm>
            <a:off x="6118250" y="72423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13"/>
          <p:cNvSpPr/>
          <p:nvPr/>
        </p:nvSpPr>
        <p:spPr>
          <a:xfrm>
            <a:off x="6275400" y="72423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13"/>
          <p:cNvSpPr/>
          <p:nvPr/>
        </p:nvSpPr>
        <p:spPr>
          <a:xfrm>
            <a:off x="6443275" y="72423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13"/>
          <p:cNvSpPr/>
          <p:nvPr/>
        </p:nvSpPr>
        <p:spPr>
          <a:xfrm>
            <a:off x="6619475" y="72423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13"/>
          <p:cNvSpPr/>
          <p:nvPr/>
        </p:nvSpPr>
        <p:spPr>
          <a:xfrm>
            <a:off x="6779025" y="7242325"/>
            <a:ext cx="109500" cy="1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13"/>
          <p:cNvSpPr txBox="1"/>
          <p:nvPr/>
        </p:nvSpPr>
        <p:spPr>
          <a:xfrm>
            <a:off x="747400" y="6254375"/>
            <a:ext cx="14976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03" name="Google Shape;303;p13"/>
          <p:cNvSpPr txBox="1"/>
          <p:nvPr/>
        </p:nvSpPr>
        <p:spPr>
          <a:xfrm>
            <a:off x="747400" y="6440525"/>
            <a:ext cx="14976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04" name="Google Shape;304;p13"/>
          <p:cNvSpPr txBox="1"/>
          <p:nvPr/>
        </p:nvSpPr>
        <p:spPr>
          <a:xfrm>
            <a:off x="747400" y="6640125"/>
            <a:ext cx="14976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05" name="Google Shape;305;p13"/>
          <p:cNvSpPr txBox="1"/>
          <p:nvPr/>
        </p:nvSpPr>
        <p:spPr>
          <a:xfrm>
            <a:off x="747400" y="6817600"/>
            <a:ext cx="14976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06" name="Google Shape;306;p13"/>
          <p:cNvSpPr txBox="1"/>
          <p:nvPr/>
        </p:nvSpPr>
        <p:spPr>
          <a:xfrm>
            <a:off x="747400" y="7008975"/>
            <a:ext cx="14976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07" name="Google Shape;307;p13"/>
          <p:cNvSpPr txBox="1"/>
          <p:nvPr/>
        </p:nvSpPr>
        <p:spPr>
          <a:xfrm>
            <a:off x="747400" y="7200350"/>
            <a:ext cx="14976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08" name="Google Shape;308;p13"/>
          <p:cNvSpPr txBox="1"/>
          <p:nvPr/>
        </p:nvSpPr>
        <p:spPr>
          <a:xfrm>
            <a:off x="747400" y="7802175"/>
            <a:ext cx="1005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Power Sword</a:t>
            </a:r>
            <a:endParaRPr sz="800">
              <a:solidFill>
                <a:schemeClr val="dk2"/>
              </a:solidFill>
              <a:latin typeface="Times New Roman"/>
              <a:ea typeface="Times New Roman"/>
              <a:cs typeface="Times New Roman"/>
              <a:sym typeface="Times New Roman"/>
            </a:endParaRPr>
          </a:p>
        </p:txBody>
      </p:sp>
      <p:sp>
        <p:nvSpPr>
          <p:cNvPr id="309" name="Google Shape;309;p13"/>
          <p:cNvSpPr txBox="1"/>
          <p:nvPr/>
        </p:nvSpPr>
        <p:spPr>
          <a:xfrm>
            <a:off x="747400" y="7992675"/>
            <a:ext cx="1005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Power Shield</a:t>
            </a:r>
            <a:endParaRPr sz="800">
              <a:solidFill>
                <a:schemeClr val="dk2"/>
              </a:solidFill>
              <a:latin typeface="Times New Roman"/>
              <a:ea typeface="Times New Roman"/>
              <a:cs typeface="Times New Roman"/>
              <a:sym typeface="Times New Roman"/>
            </a:endParaRPr>
          </a:p>
        </p:txBody>
      </p:sp>
      <p:sp>
        <p:nvSpPr>
          <p:cNvPr id="310" name="Google Shape;310;p13"/>
          <p:cNvSpPr txBox="1"/>
          <p:nvPr/>
        </p:nvSpPr>
        <p:spPr>
          <a:xfrm>
            <a:off x="747400" y="8183175"/>
            <a:ext cx="1005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Xenophase Blade</a:t>
            </a:r>
            <a:endParaRPr sz="800">
              <a:solidFill>
                <a:schemeClr val="dk2"/>
              </a:solidFill>
              <a:latin typeface="Times New Roman"/>
              <a:ea typeface="Times New Roman"/>
              <a:cs typeface="Times New Roman"/>
              <a:sym typeface="Times New Roman"/>
            </a:endParaRPr>
          </a:p>
        </p:txBody>
      </p:sp>
      <p:sp>
        <p:nvSpPr>
          <p:cNvPr id="311" name="Google Shape;311;p13"/>
          <p:cNvSpPr txBox="1"/>
          <p:nvPr/>
        </p:nvSpPr>
        <p:spPr>
          <a:xfrm>
            <a:off x="747400" y="8373675"/>
            <a:ext cx="1005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12" name="Google Shape;312;p13"/>
          <p:cNvSpPr txBox="1"/>
          <p:nvPr/>
        </p:nvSpPr>
        <p:spPr>
          <a:xfrm>
            <a:off x="747400" y="8564175"/>
            <a:ext cx="1005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13" name="Google Shape;313;p13"/>
          <p:cNvSpPr txBox="1"/>
          <p:nvPr/>
        </p:nvSpPr>
        <p:spPr>
          <a:xfrm>
            <a:off x="747400" y="8754675"/>
            <a:ext cx="10050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14" name="Google Shape;314;p13"/>
          <p:cNvSpPr txBox="1"/>
          <p:nvPr/>
        </p:nvSpPr>
        <p:spPr>
          <a:xfrm>
            <a:off x="1752400" y="7802163"/>
            <a:ext cx="10527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Melee (Light)</a:t>
            </a:r>
            <a:endParaRPr sz="800">
              <a:solidFill>
                <a:schemeClr val="dk2"/>
              </a:solidFill>
              <a:latin typeface="Times New Roman"/>
              <a:ea typeface="Times New Roman"/>
              <a:cs typeface="Times New Roman"/>
              <a:sym typeface="Times New Roman"/>
            </a:endParaRPr>
          </a:p>
        </p:txBody>
      </p:sp>
      <p:sp>
        <p:nvSpPr>
          <p:cNvPr id="315" name="Google Shape;315;p13"/>
          <p:cNvSpPr txBox="1"/>
          <p:nvPr/>
        </p:nvSpPr>
        <p:spPr>
          <a:xfrm>
            <a:off x="1752400" y="8000825"/>
            <a:ext cx="10527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Melee (Light)</a:t>
            </a:r>
            <a:endParaRPr sz="800">
              <a:solidFill>
                <a:schemeClr val="dk2"/>
              </a:solidFill>
              <a:latin typeface="Times New Roman"/>
              <a:ea typeface="Times New Roman"/>
              <a:cs typeface="Times New Roman"/>
              <a:sym typeface="Times New Roman"/>
            </a:endParaRPr>
          </a:p>
        </p:txBody>
      </p:sp>
      <p:sp>
        <p:nvSpPr>
          <p:cNvPr id="316" name="Google Shape;316;p13"/>
          <p:cNvSpPr txBox="1"/>
          <p:nvPr/>
        </p:nvSpPr>
        <p:spPr>
          <a:xfrm>
            <a:off x="1752400" y="8183175"/>
            <a:ext cx="10527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Melee (Light)</a:t>
            </a:r>
            <a:endParaRPr sz="800">
              <a:solidFill>
                <a:schemeClr val="dk2"/>
              </a:solidFill>
              <a:latin typeface="Times New Roman"/>
              <a:ea typeface="Times New Roman"/>
              <a:cs typeface="Times New Roman"/>
              <a:sym typeface="Times New Roman"/>
            </a:endParaRPr>
          </a:p>
        </p:txBody>
      </p:sp>
      <p:sp>
        <p:nvSpPr>
          <p:cNvPr id="317" name="Google Shape;317;p13"/>
          <p:cNvSpPr txBox="1"/>
          <p:nvPr/>
        </p:nvSpPr>
        <p:spPr>
          <a:xfrm>
            <a:off x="1752400" y="8373675"/>
            <a:ext cx="10527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18" name="Google Shape;318;p13"/>
          <p:cNvSpPr txBox="1"/>
          <p:nvPr/>
        </p:nvSpPr>
        <p:spPr>
          <a:xfrm>
            <a:off x="1752400" y="8564175"/>
            <a:ext cx="10527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19" name="Google Shape;319;p13"/>
          <p:cNvSpPr txBox="1"/>
          <p:nvPr/>
        </p:nvSpPr>
        <p:spPr>
          <a:xfrm>
            <a:off x="1752400" y="8754675"/>
            <a:ext cx="10527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20" name="Google Shape;320;p13"/>
          <p:cNvSpPr txBox="1"/>
          <p:nvPr/>
        </p:nvSpPr>
        <p:spPr>
          <a:xfrm>
            <a:off x="2805100" y="7796050"/>
            <a:ext cx="387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+6</a:t>
            </a:r>
            <a:endParaRPr sz="800">
              <a:solidFill>
                <a:schemeClr val="dk2"/>
              </a:solidFill>
              <a:latin typeface="Times New Roman"/>
              <a:ea typeface="Times New Roman"/>
              <a:cs typeface="Times New Roman"/>
              <a:sym typeface="Times New Roman"/>
            </a:endParaRPr>
          </a:p>
        </p:txBody>
      </p:sp>
      <p:sp>
        <p:nvSpPr>
          <p:cNvPr id="321" name="Google Shape;321;p13"/>
          <p:cNvSpPr txBox="1"/>
          <p:nvPr/>
        </p:nvSpPr>
        <p:spPr>
          <a:xfrm>
            <a:off x="3193000" y="7796050"/>
            <a:ext cx="399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2</a:t>
            </a:r>
            <a:endParaRPr sz="800">
              <a:solidFill>
                <a:schemeClr val="dk2"/>
              </a:solidFill>
              <a:latin typeface="Times New Roman"/>
              <a:ea typeface="Times New Roman"/>
              <a:cs typeface="Times New Roman"/>
              <a:sym typeface="Times New Roman"/>
            </a:endParaRPr>
          </a:p>
        </p:txBody>
      </p:sp>
      <p:sp>
        <p:nvSpPr>
          <p:cNvPr id="322" name="Google Shape;322;p13"/>
          <p:cNvSpPr txBox="1"/>
          <p:nvPr/>
        </p:nvSpPr>
        <p:spPr>
          <a:xfrm>
            <a:off x="3595475" y="7799525"/>
            <a:ext cx="669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Engaged</a:t>
            </a:r>
            <a:endParaRPr sz="800">
              <a:solidFill>
                <a:schemeClr val="dk2"/>
              </a:solidFill>
              <a:latin typeface="Times New Roman"/>
              <a:ea typeface="Times New Roman"/>
              <a:cs typeface="Times New Roman"/>
              <a:sym typeface="Times New Roman"/>
            </a:endParaRPr>
          </a:p>
        </p:txBody>
      </p:sp>
      <p:sp>
        <p:nvSpPr>
          <p:cNvPr id="323" name="Google Shape;323;p13"/>
          <p:cNvSpPr txBox="1"/>
          <p:nvPr/>
        </p:nvSpPr>
        <p:spPr>
          <a:xfrm>
            <a:off x="4267050" y="7796050"/>
            <a:ext cx="27573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1100"/>
              <a:buNone/>
            </a:pPr>
            <a:r>
              <a:rPr lang="en" sz="800">
                <a:solidFill>
                  <a:schemeClr val="dk2"/>
                </a:solidFill>
                <a:latin typeface="Times New Roman"/>
                <a:ea typeface="Times New Roman"/>
                <a:cs typeface="Times New Roman"/>
                <a:sym typeface="Times New Roman"/>
              </a:rPr>
              <a:t>Breach 2, Defensive 1, Destructive, Sunder</a:t>
            </a:r>
            <a:endParaRPr sz="800">
              <a:solidFill>
                <a:schemeClr val="dk2"/>
              </a:solidFill>
              <a:latin typeface="Times New Roman"/>
              <a:ea typeface="Times New Roman"/>
              <a:cs typeface="Times New Roman"/>
              <a:sym typeface="Times New Roman"/>
            </a:endParaRPr>
          </a:p>
        </p:txBody>
      </p:sp>
      <p:sp>
        <p:nvSpPr>
          <p:cNvPr id="324" name="Google Shape;324;p13"/>
          <p:cNvSpPr txBox="1"/>
          <p:nvPr/>
        </p:nvSpPr>
        <p:spPr>
          <a:xfrm>
            <a:off x="2805100" y="7994175"/>
            <a:ext cx="387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+3</a:t>
            </a:r>
            <a:endParaRPr sz="800">
              <a:solidFill>
                <a:schemeClr val="dk2"/>
              </a:solidFill>
              <a:latin typeface="Times New Roman"/>
              <a:ea typeface="Times New Roman"/>
              <a:cs typeface="Times New Roman"/>
              <a:sym typeface="Times New Roman"/>
            </a:endParaRPr>
          </a:p>
        </p:txBody>
      </p:sp>
      <p:sp>
        <p:nvSpPr>
          <p:cNvPr id="325" name="Google Shape;325;p13"/>
          <p:cNvSpPr txBox="1"/>
          <p:nvPr/>
        </p:nvSpPr>
        <p:spPr>
          <a:xfrm>
            <a:off x="2805100" y="8183175"/>
            <a:ext cx="387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+6</a:t>
            </a:r>
            <a:endParaRPr sz="800">
              <a:solidFill>
                <a:schemeClr val="dk2"/>
              </a:solidFill>
              <a:latin typeface="Times New Roman"/>
              <a:ea typeface="Times New Roman"/>
              <a:cs typeface="Times New Roman"/>
              <a:sym typeface="Times New Roman"/>
            </a:endParaRPr>
          </a:p>
        </p:txBody>
      </p:sp>
      <p:sp>
        <p:nvSpPr>
          <p:cNvPr id="326" name="Google Shape;326;p13"/>
          <p:cNvSpPr txBox="1"/>
          <p:nvPr/>
        </p:nvSpPr>
        <p:spPr>
          <a:xfrm>
            <a:off x="2805100" y="8564175"/>
            <a:ext cx="387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27" name="Google Shape;327;p13"/>
          <p:cNvSpPr txBox="1"/>
          <p:nvPr/>
        </p:nvSpPr>
        <p:spPr>
          <a:xfrm>
            <a:off x="2805100" y="8754675"/>
            <a:ext cx="3879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28" name="Google Shape;328;p13"/>
          <p:cNvSpPr txBox="1"/>
          <p:nvPr/>
        </p:nvSpPr>
        <p:spPr>
          <a:xfrm>
            <a:off x="3193000" y="7985825"/>
            <a:ext cx="399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4</a:t>
            </a:r>
            <a:endParaRPr sz="800">
              <a:solidFill>
                <a:schemeClr val="dk2"/>
              </a:solidFill>
              <a:latin typeface="Times New Roman"/>
              <a:ea typeface="Times New Roman"/>
              <a:cs typeface="Times New Roman"/>
              <a:sym typeface="Times New Roman"/>
            </a:endParaRPr>
          </a:p>
        </p:txBody>
      </p:sp>
      <p:sp>
        <p:nvSpPr>
          <p:cNvPr id="329" name="Google Shape;329;p13"/>
          <p:cNvSpPr txBox="1"/>
          <p:nvPr/>
        </p:nvSpPr>
        <p:spPr>
          <a:xfrm>
            <a:off x="3193000" y="8180113"/>
            <a:ext cx="399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2</a:t>
            </a:r>
            <a:endParaRPr sz="800">
              <a:solidFill>
                <a:schemeClr val="dk2"/>
              </a:solidFill>
              <a:latin typeface="Times New Roman"/>
              <a:ea typeface="Times New Roman"/>
              <a:cs typeface="Times New Roman"/>
              <a:sym typeface="Times New Roman"/>
            </a:endParaRPr>
          </a:p>
        </p:txBody>
      </p:sp>
      <p:sp>
        <p:nvSpPr>
          <p:cNvPr id="330" name="Google Shape;330;p13"/>
          <p:cNvSpPr txBox="1"/>
          <p:nvPr/>
        </p:nvSpPr>
        <p:spPr>
          <a:xfrm>
            <a:off x="3193000" y="8374425"/>
            <a:ext cx="399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31" name="Google Shape;331;p13"/>
          <p:cNvSpPr txBox="1"/>
          <p:nvPr/>
        </p:nvSpPr>
        <p:spPr>
          <a:xfrm>
            <a:off x="3193000" y="8564175"/>
            <a:ext cx="399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32" name="Google Shape;332;p13"/>
          <p:cNvSpPr txBox="1"/>
          <p:nvPr/>
        </p:nvSpPr>
        <p:spPr>
          <a:xfrm>
            <a:off x="3193000" y="8754675"/>
            <a:ext cx="3999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33" name="Google Shape;333;p13"/>
          <p:cNvSpPr txBox="1"/>
          <p:nvPr/>
        </p:nvSpPr>
        <p:spPr>
          <a:xfrm>
            <a:off x="3595475" y="8754725"/>
            <a:ext cx="6690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34" name="Google Shape;334;p13"/>
          <p:cNvSpPr txBox="1"/>
          <p:nvPr/>
        </p:nvSpPr>
        <p:spPr>
          <a:xfrm>
            <a:off x="3592900" y="8564200"/>
            <a:ext cx="6690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35" name="Google Shape;335;p13"/>
          <p:cNvSpPr txBox="1"/>
          <p:nvPr/>
        </p:nvSpPr>
        <p:spPr>
          <a:xfrm>
            <a:off x="3595475" y="8373675"/>
            <a:ext cx="6690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36" name="Google Shape;336;p13"/>
          <p:cNvSpPr txBox="1"/>
          <p:nvPr/>
        </p:nvSpPr>
        <p:spPr>
          <a:xfrm>
            <a:off x="3595475" y="8184650"/>
            <a:ext cx="669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Engaged</a:t>
            </a:r>
            <a:endParaRPr sz="800">
              <a:solidFill>
                <a:schemeClr val="dk2"/>
              </a:solidFill>
              <a:latin typeface="Times New Roman"/>
              <a:ea typeface="Times New Roman"/>
              <a:cs typeface="Times New Roman"/>
              <a:sym typeface="Times New Roman"/>
            </a:endParaRPr>
          </a:p>
        </p:txBody>
      </p:sp>
      <p:sp>
        <p:nvSpPr>
          <p:cNvPr id="337" name="Google Shape;337;p13"/>
          <p:cNvSpPr txBox="1"/>
          <p:nvPr/>
        </p:nvSpPr>
        <p:spPr>
          <a:xfrm>
            <a:off x="3595475" y="7994175"/>
            <a:ext cx="669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Engaged</a:t>
            </a:r>
            <a:endParaRPr sz="800">
              <a:solidFill>
                <a:schemeClr val="dk2"/>
              </a:solidFill>
              <a:latin typeface="Times New Roman"/>
              <a:ea typeface="Times New Roman"/>
              <a:cs typeface="Times New Roman"/>
              <a:sym typeface="Times New Roman"/>
            </a:endParaRPr>
          </a:p>
        </p:txBody>
      </p:sp>
      <p:sp>
        <p:nvSpPr>
          <p:cNvPr id="338" name="Google Shape;338;p13"/>
          <p:cNvSpPr txBox="1"/>
          <p:nvPr/>
        </p:nvSpPr>
        <p:spPr>
          <a:xfrm>
            <a:off x="4267050" y="8756400"/>
            <a:ext cx="27573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39" name="Google Shape;339;p13"/>
          <p:cNvSpPr txBox="1"/>
          <p:nvPr/>
        </p:nvSpPr>
        <p:spPr>
          <a:xfrm>
            <a:off x="4267050" y="8180738"/>
            <a:ext cx="27573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Phase</a:t>
            </a:r>
            <a:endParaRPr sz="800">
              <a:solidFill>
                <a:schemeClr val="dk2"/>
              </a:solidFill>
              <a:latin typeface="Times New Roman"/>
              <a:ea typeface="Times New Roman"/>
              <a:cs typeface="Times New Roman"/>
              <a:sym typeface="Times New Roman"/>
            </a:endParaRPr>
          </a:p>
        </p:txBody>
      </p:sp>
      <p:sp>
        <p:nvSpPr>
          <p:cNvPr id="340" name="Google Shape;340;p13"/>
          <p:cNvSpPr txBox="1"/>
          <p:nvPr/>
        </p:nvSpPr>
        <p:spPr>
          <a:xfrm>
            <a:off x="4267050" y="8374450"/>
            <a:ext cx="27573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700">
              <a:solidFill>
                <a:schemeClr val="dk2"/>
              </a:solidFill>
              <a:latin typeface="Times New Roman"/>
              <a:ea typeface="Times New Roman"/>
              <a:cs typeface="Times New Roman"/>
              <a:sym typeface="Times New Roman"/>
            </a:endParaRPr>
          </a:p>
        </p:txBody>
      </p:sp>
      <p:sp>
        <p:nvSpPr>
          <p:cNvPr id="341" name="Google Shape;341;p13"/>
          <p:cNvSpPr txBox="1"/>
          <p:nvPr/>
        </p:nvSpPr>
        <p:spPr>
          <a:xfrm>
            <a:off x="4267050" y="8565425"/>
            <a:ext cx="27573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42" name="Google Shape;342;p13"/>
          <p:cNvSpPr txBox="1"/>
          <p:nvPr/>
        </p:nvSpPr>
        <p:spPr>
          <a:xfrm>
            <a:off x="4267050" y="7985600"/>
            <a:ext cx="27573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1100"/>
              <a:buNone/>
            </a:pPr>
            <a:r>
              <a:rPr lang="en" sz="800">
                <a:solidFill>
                  <a:schemeClr val="dk2"/>
                </a:solidFill>
                <a:latin typeface="Times New Roman"/>
                <a:ea typeface="Times New Roman"/>
                <a:cs typeface="Times New Roman"/>
                <a:sym typeface="Times New Roman"/>
              </a:rPr>
              <a:t>Breach 1, Defensive 3, Deflection 3, Inaccurate 1, Knockdown</a:t>
            </a:r>
            <a:endParaRPr sz="800">
              <a:solidFill>
                <a:schemeClr val="dk2"/>
              </a:solidFill>
              <a:latin typeface="Times New Roman"/>
              <a:ea typeface="Times New Roman"/>
              <a:cs typeface="Times New Roman"/>
              <a:sym typeface="Times New Roman"/>
            </a:endParaRPr>
          </a:p>
        </p:txBody>
      </p:sp>
      <p:sp>
        <p:nvSpPr>
          <p:cNvPr id="343" name="Google Shape;343;p13"/>
          <p:cNvSpPr txBox="1"/>
          <p:nvPr/>
        </p:nvSpPr>
        <p:spPr>
          <a:xfrm>
            <a:off x="747400" y="9374750"/>
            <a:ext cx="10050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Heavy Power Armor</a:t>
            </a:r>
            <a:endParaRPr sz="800">
              <a:solidFill>
                <a:schemeClr val="dk2"/>
              </a:solidFill>
              <a:latin typeface="Times New Roman"/>
              <a:ea typeface="Times New Roman"/>
              <a:cs typeface="Times New Roman"/>
              <a:sym typeface="Times New Roman"/>
            </a:endParaRPr>
          </a:p>
        </p:txBody>
      </p:sp>
      <p:sp>
        <p:nvSpPr>
          <p:cNvPr id="344" name="Google Shape;344;p13"/>
          <p:cNvSpPr txBox="1"/>
          <p:nvPr/>
        </p:nvSpPr>
        <p:spPr>
          <a:xfrm>
            <a:off x="747400" y="9580975"/>
            <a:ext cx="10050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45" name="Google Shape;345;p13"/>
          <p:cNvSpPr txBox="1"/>
          <p:nvPr/>
        </p:nvSpPr>
        <p:spPr>
          <a:xfrm>
            <a:off x="1749900" y="9374675"/>
            <a:ext cx="4233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5</a:t>
            </a:r>
            <a:endParaRPr sz="800">
              <a:solidFill>
                <a:schemeClr val="dk2"/>
              </a:solidFill>
              <a:latin typeface="Times New Roman"/>
              <a:ea typeface="Times New Roman"/>
              <a:cs typeface="Times New Roman"/>
              <a:sym typeface="Times New Roman"/>
            </a:endParaRPr>
          </a:p>
        </p:txBody>
      </p:sp>
      <p:sp>
        <p:nvSpPr>
          <p:cNvPr id="346" name="Google Shape;346;p13"/>
          <p:cNvSpPr txBox="1"/>
          <p:nvPr/>
        </p:nvSpPr>
        <p:spPr>
          <a:xfrm>
            <a:off x="2173200" y="9374675"/>
            <a:ext cx="399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2</a:t>
            </a:r>
            <a:endParaRPr sz="800">
              <a:solidFill>
                <a:schemeClr val="dk2"/>
              </a:solidFill>
              <a:latin typeface="Times New Roman"/>
              <a:ea typeface="Times New Roman"/>
              <a:cs typeface="Times New Roman"/>
              <a:sym typeface="Times New Roman"/>
            </a:endParaRPr>
          </a:p>
        </p:txBody>
      </p:sp>
      <p:sp>
        <p:nvSpPr>
          <p:cNvPr id="347" name="Google Shape;347;p13"/>
          <p:cNvSpPr txBox="1"/>
          <p:nvPr/>
        </p:nvSpPr>
        <p:spPr>
          <a:xfrm>
            <a:off x="2573100" y="9376425"/>
            <a:ext cx="14025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Enc 12, HP 5, Rar 12</a:t>
            </a:r>
            <a:endParaRPr sz="800">
              <a:solidFill>
                <a:schemeClr val="dk2"/>
              </a:solidFill>
              <a:latin typeface="Times New Roman"/>
              <a:ea typeface="Times New Roman"/>
              <a:cs typeface="Times New Roman"/>
              <a:sym typeface="Times New Roman"/>
            </a:endParaRPr>
          </a:p>
        </p:txBody>
      </p:sp>
      <p:sp>
        <p:nvSpPr>
          <p:cNvPr id="348" name="Google Shape;348;p13"/>
          <p:cNvSpPr txBox="1"/>
          <p:nvPr/>
        </p:nvSpPr>
        <p:spPr>
          <a:xfrm>
            <a:off x="1749900" y="9580975"/>
            <a:ext cx="4233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49" name="Google Shape;349;p13"/>
          <p:cNvSpPr txBox="1"/>
          <p:nvPr/>
        </p:nvSpPr>
        <p:spPr>
          <a:xfrm>
            <a:off x="2173200" y="9575200"/>
            <a:ext cx="3999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50" name="Google Shape;350;p13"/>
          <p:cNvSpPr txBox="1"/>
          <p:nvPr/>
        </p:nvSpPr>
        <p:spPr>
          <a:xfrm>
            <a:off x="2573100" y="9579750"/>
            <a:ext cx="1402500" cy="190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51" name="Google Shape;351;p13"/>
          <p:cNvSpPr txBox="1"/>
          <p:nvPr/>
        </p:nvSpPr>
        <p:spPr>
          <a:xfrm>
            <a:off x="4605025" y="9346575"/>
            <a:ext cx="7824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450</a:t>
            </a:r>
            <a:endParaRPr sz="1600">
              <a:solidFill>
                <a:schemeClr val="dk2"/>
              </a:solidFill>
              <a:latin typeface="Times New Roman"/>
              <a:ea typeface="Times New Roman"/>
              <a:cs typeface="Times New Roman"/>
              <a:sym typeface="Times New Roman"/>
            </a:endParaRPr>
          </a:p>
        </p:txBody>
      </p:sp>
      <p:sp>
        <p:nvSpPr>
          <p:cNvPr id="352" name="Google Shape;352;p13"/>
          <p:cNvSpPr txBox="1"/>
          <p:nvPr/>
        </p:nvSpPr>
        <p:spPr>
          <a:xfrm>
            <a:off x="6047075" y="9354275"/>
            <a:ext cx="7824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15</a:t>
            </a:r>
            <a:endParaRPr sz="1600">
              <a:solidFill>
                <a:schemeClr val="dk2"/>
              </a:solidFill>
              <a:latin typeface="Times New Roman"/>
              <a:ea typeface="Times New Roman"/>
              <a:cs typeface="Times New Roman"/>
              <a:sym typeface="Times New Roman"/>
            </a:endParaRPr>
          </a:p>
        </p:txBody>
      </p:sp>
      <p:sp>
        <p:nvSpPr>
          <p:cNvPr id="353" name="Google Shape;353;p13"/>
          <p:cNvSpPr/>
          <p:nvPr/>
        </p:nvSpPr>
        <p:spPr>
          <a:xfrm>
            <a:off x="6107513" y="5682775"/>
            <a:ext cx="109500" cy="1131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4" name="Google Shape;354;p13"/>
          <p:cNvSpPr txBox="1"/>
          <p:nvPr/>
        </p:nvSpPr>
        <p:spPr>
          <a:xfrm>
            <a:off x="2815775" y="8370250"/>
            <a:ext cx="387900" cy="190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14"/>
          <p:cNvPicPr preferRelativeResize="0"/>
          <p:nvPr/>
        </p:nvPicPr>
        <p:blipFill>
          <a:blip r:embed="rId3">
            <a:alphaModFix/>
          </a:blip>
          <a:stretch>
            <a:fillRect/>
          </a:stretch>
        </p:blipFill>
        <p:spPr>
          <a:xfrm>
            <a:off x="0" y="6127350"/>
            <a:ext cx="7772399" cy="3681679"/>
          </a:xfrm>
          <a:prstGeom prst="rect">
            <a:avLst/>
          </a:prstGeom>
          <a:noFill/>
          <a:ln>
            <a:noFill/>
          </a:ln>
        </p:spPr>
      </p:pic>
      <p:pic>
        <p:nvPicPr>
          <p:cNvPr id="360" name="Google Shape;360;p14"/>
          <p:cNvPicPr preferRelativeResize="0"/>
          <p:nvPr/>
        </p:nvPicPr>
        <p:blipFill>
          <a:blip r:embed="rId4">
            <a:alphaModFix/>
          </a:blip>
          <a:stretch>
            <a:fillRect/>
          </a:stretch>
        </p:blipFill>
        <p:spPr>
          <a:xfrm>
            <a:off x="25" y="3498625"/>
            <a:ext cx="7772399" cy="2628737"/>
          </a:xfrm>
          <a:prstGeom prst="rect">
            <a:avLst/>
          </a:prstGeom>
          <a:noFill/>
          <a:ln>
            <a:noFill/>
          </a:ln>
        </p:spPr>
      </p:pic>
      <p:pic>
        <p:nvPicPr>
          <p:cNvPr id="361" name="Google Shape;361;p14"/>
          <p:cNvPicPr preferRelativeResize="0"/>
          <p:nvPr/>
        </p:nvPicPr>
        <p:blipFill>
          <a:blip r:embed="rId5">
            <a:alphaModFix/>
          </a:blip>
          <a:stretch>
            <a:fillRect/>
          </a:stretch>
        </p:blipFill>
        <p:spPr>
          <a:xfrm>
            <a:off x="0" y="0"/>
            <a:ext cx="7772401" cy="3498626"/>
          </a:xfrm>
          <a:prstGeom prst="rect">
            <a:avLst/>
          </a:prstGeom>
          <a:noFill/>
          <a:ln>
            <a:noFill/>
          </a:ln>
        </p:spPr>
      </p:pic>
      <p:sp>
        <p:nvSpPr>
          <p:cNvPr id="362" name="Google Shape;362;p14"/>
          <p:cNvSpPr txBox="1"/>
          <p:nvPr/>
        </p:nvSpPr>
        <p:spPr>
          <a:xfrm>
            <a:off x="5762300" y="508950"/>
            <a:ext cx="7824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6</a:t>
            </a:r>
            <a:endParaRPr sz="1600">
              <a:solidFill>
                <a:schemeClr val="dk2"/>
              </a:solidFill>
              <a:latin typeface="Times New Roman"/>
              <a:ea typeface="Times New Roman"/>
              <a:cs typeface="Times New Roman"/>
              <a:sym typeface="Times New Roman"/>
            </a:endParaRPr>
          </a:p>
        </p:txBody>
      </p:sp>
      <p:sp>
        <p:nvSpPr>
          <p:cNvPr id="363" name="Google Shape;363;p14"/>
          <p:cNvSpPr txBox="1"/>
          <p:nvPr/>
        </p:nvSpPr>
        <p:spPr>
          <a:xfrm>
            <a:off x="5762300" y="1266200"/>
            <a:ext cx="7824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9</a:t>
            </a:r>
            <a:endParaRPr sz="1600">
              <a:solidFill>
                <a:schemeClr val="dk2"/>
              </a:solidFill>
              <a:latin typeface="Times New Roman"/>
              <a:ea typeface="Times New Roman"/>
              <a:cs typeface="Times New Roman"/>
              <a:sym typeface="Times New Roman"/>
            </a:endParaRPr>
          </a:p>
        </p:txBody>
      </p:sp>
      <p:sp>
        <p:nvSpPr>
          <p:cNvPr id="364" name="Google Shape;364;p14"/>
          <p:cNvSpPr txBox="1"/>
          <p:nvPr/>
        </p:nvSpPr>
        <p:spPr>
          <a:xfrm>
            <a:off x="1611775" y="508950"/>
            <a:ext cx="1202400" cy="1623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80000"/>
              </a:lnSpc>
              <a:spcBef>
                <a:spcPts val="0"/>
              </a:spcBef>
              <a:spcAft>
                <a:spcPts val="0"/>
              </a:spcAft>
              <a:buSzPts val="275"/>
              <a:buNone/>
            </a:pPr>
            <a:r>
              <a:rPr lang="en" sz="1000">
                <a:solidFill>
                  <a:schemeClr val="dk2"/>
                </a:solidFill>
                <a:latin typeface="Times New Roman"/>
                <a:ea typeface="Times New Roman"/>
                <a:cs typeface="Times New Roman"/>
                <a:sym typeface="Times New Roman"/>
              </a:rPr>
              <a:t>7-19/19</a:t>
            </a:r>
            <a:endParaRPr sz="1000">
              <a:solidFill>
                <a:schemeClr val="dk2"/>
              </a:solidFill>
              <a:latin typeface="Times New Roman"/>
              <a:ea typeface="Times New Roman"/>
              <a:cs typeface="Times New Roman"/>
              <a:sym typeface="Times New Roman"/>
            </a:endParaRPr>
          </a:p>
        </p:txBody>
      </p:sp>
      <p:sp>
        <p:nvSpPr>
          <p:cNvPr id="365" name="Google Shape;365;p14"/>
          <p:cNvSpPr txBox="1"/>
          <p:nvPr/>
        </p:nvSpPr>
        <p:spPr>
          <a:xfrm>
            <a:off x="747550" y="734200"/>
            <a:ext cx="4246800" cy="15288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Manacles</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Traveller’s Duffle</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Spider-Butt Brain</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List of wants: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Superior Armor Customization -1 Enc +1 Soak - 5,000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Military Power Supply - 5 day power supply - 3,000</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p:txBody>
      </p:sp>
      <p:sp>
        <p:nvSpPr>
          <p:cNvPr id="366" name="Google Shape;366;p14"/>
          <p:cNvSpPr txBox="1"/>
          <p:nvPr/>
        </p:nvSpPr>
        <p:spPr>
          <a:xfrm>
            <a:off x="747550" y="2686850"/>
            <a:ext cx="4246800" cy="6627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367" name="Google Shape;367;p14"/>
          <p:cNvSpPr txBox="1"/>
          <p:nvPr/>
        </p:nvSpPr>
        <p:spPr>
          <a:xfrm>
            <a:off x="1380800" y="3869700"/>
            <a:ext cx="377700" cy="300000"/>
          </a:xfrm>
          <a:prstGeom prst="rect">
            <a:avLst/>
          </a:prstGeom>
          <a:noFill/>
          <a:ln cap="flat" cmpd="sng" w="9525">
            <a:solidFill>
              <a:schemeClr val="dk1"/>
            </a:solidFill>
            <a:prstDash val="solid"/>
            <a:round/>
            <a:headEnd len="sm" w="sm" type="none"/>
            <a:tailEnd len="sm" w="sm" type="none"/>
          </a:ln>
        </p:spPr>
        <p:txBody>
          <a:bodyPr anchorCtr="0" anchor="ctr" bIns="18275" lIns="18275" spcFirstLastPara="1" rIns="18275" wrap="square" tIns="1827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13</a:t>
            </a:r>
            <a:endParaRPr sz="1600">
              <a:solidFill>
                <a:schemeClr val="dk2"/>
              </a:solidFill>
              <a:latin typeface="Times New Roman"/>
              <a:ea typeface="Times New Roman"/>
              <a:cs typeface="Times New Roman"/>
              <a:sym typeface="Times New Roman"/>
            </a:endParaRPr>
          </a:p>
        </p:txBody>
      </p:sp>
      <p:sp>
        <p:nvSpPr>
          <p:cNvPr id="368" name="Google Shape;368;p14"/>
          <p:cNvSpPr txBox="1"/>
          <p:nvPr/>
        </p:nvSpPr>
        <p:spPr>
          <a:xfrm>
            <a:off x="1758500" y="3869700"/>
            <a:ext cx="377700" cy="300000"/>
          </a:xfrm>
          <a:prstGeom prst="rect">
            <a:avLst/>
          </a:prstGeom>
          <a:noFill/>
          <a:ln cap="flat" cmpd="sng" w="9525">
            <a:solidFill>
              <a:schemeClr val="dk1"/>
            </a:solidFill>
            <a:prstDash val="solid"/>
            <a:round/>
            <a:headEnd len="sm" w="sm" type="none"/>
            <a:tailEnd len="sm" w="sm" type="none"/>
          </a:ln>
        </p:spPr>
        <p:txBody>
          <a:bodyPr anchorCtr="0" anchor="ctr" bIns="18275" lIns="18275" spcFirstLastPara="1" rIns="18275" wrap="square" tIns="18275">
            <a:noAutofit/>
          </a:bodyPr>
          <a:lstStyle/>
          <a:p>
            <a:pPr indent="0" lvl="0" marL="0" rtl="0" algn="ctr">
              <a:lnSpc>
                <a:spcPct val="80000"/>
              </a:lnSpc>
              <a:spcBef>
                <a:spcPts val="0"/>
              </a:spcBef>
              <a:spcAft>
                <a:spcPts val="0"/>
              </a:spcAft>
              <a:buSzPts val="688"/>
              <a:buNone/>
            </a:pPr>
            <a:r>
              <a:rPr lang="en" sz="1600">
                <a:solidFill>
                  <a:schemeClr val="dk2"/>
                </a:solidFill>
                <a:latin typeface="Times New Roman"/>
                <a:ea typeface="Times New Roman"/>
                <a:cs typeface="Times New Roman"/>
                <a:sym typeface="Times New Roman"/>
              </a:rPr>
              <a:t>3</a:t>
            </a:r>
            <a:endParaRPr sz="1600">
              <a:solidFill>
                <a:schemeClr val="dk2"/>
              </a:solidFill>
              <a:latin typeface="Times New Roman"/>
              <a:ea typeface="Times New Roman"/>
              <a:cs typeface="Times New Roman"/>
              <a:sym typeface="Times New Roman"/>
            </a:endParaRPr>
          </a:p>
        </p:txBody>
      </p:sp>
      <p:sp>
        <p:nvSpPr>
          <p:cNvPr id="369" name="Google Shape;369;p14"/>
          <p:cNvSpPr txBox="1"/>
          <p:nvPr/>
        </p:nvSpPr>
        <p:spPr>
          <a:xfrm>
            <a:off x="1380800" y="4615850"/>
            <a:ext cx="782400" cy="300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t/>
            </a:r>
            <a:endParaRPr sz="1600">
              <a:solidFill>
                <a:schemeClr val="dk2"/>
              </a:solidFill>
              <a:latin typeface="Times New Roman"/>
              <a:ea typeface="Times New Roman"/>
              <a:cs typeface="Times New Roman"/>
              <a:sym typeface="Times New Roman"/>
            </a:endParaRPr>
          </a:p>
        </p:txBody>
      </p:sp>
      <p:sp>
        <p:nvSpPr>
          <p:cNvPr id="370" name="Google Shape;370;p14"/>
          <p:cNvSpPr txBox="1"/>
          <p:nvPr/>
        </p:nvSpPr>
        <p:spPr>
          <a:xfrm>
            <a:off x="6016475" y="2298050"/>
            <a:ext cx="1014000" cy="261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71" name="Google Shape;371;p14"/>
          <p:cNvSpPr txBox="1"/>
          <p:nvPr/>
        </p:nvSpPr>
        <p:spPr>
          <a:xfrm>
            <a:off x="6016475" y="2559050"/>
            <a:ext cx="1014000" cy="261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72" name="Google Shape;372;p14"/>
          <p:cNvSpPr txBox="1"/>
          <p:nvPr/>
        </p:nvSpPr>
        <p:spPr>
          <a:xfrm>
            <a:off x="6016475" y="2820050"/>
            <a:ext cx="1014000" cy="261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73" name="Google Shape;373;p14"/>
          <p:cNvSpPr txBox="1"/>
          <p:nvPr/>
        </p:nvSpPr>
        <p:spPr>
          <a:xfrm>
            <a:off x="6016475" y="3088550"/>
            <a:ext cx="1014000" cy="2610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74" name="Google Shape;374;p14"/>
          <p:cNvSpPr/>
          <p:nvPr/>
        </p:nvSpPr>
        <p:spPr>
          <a:xfrm>
            <a:off x="5294950" y="232330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5456950" y="232490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6" name="Google Shape;376;p14"/>
          <p:cNvSpPr/>
          <p:nvPr/>
        </p:nvSpPr>
        <p:spPr>
          <a:xfrm>
            <a:off x="5647400" y="232490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7" name="Google Shape;377;p14"/>
          <p:cNvSpPr/>
          <p:nvPr/>
        </p:nvSpPr>
        <p:spPr>
          <a:xfrm>
            <a:off x="5809400" y="232490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8" name="Google Shape;378;p14"/>
          <p:cNvSpPr/>
          <p:nvPr/>
        </p:nvSpPr>
        <p:spPr>
          <a:xfrm>
            <a:off x="5294950" y="2591988"/>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14"/>
          <p:cNvSpPr/>
          <p:nvPr/>
        </p:nvSpPr>
        <p:spPr>
          <a:xfrm>
            <a:off x="5294950" y="2859075"/>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0" name="Google Shape;380;p14"/>
          <p:cNvSpPr/>
          <p:nvPr/>
        </p:nvSpPr>
        <p:spPr>
          <a:xfrm>
            <a:off x="5294950" y="311540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1" name="Google Shape;381;p14"/>
          <p:cNvSpPr/>
          <p:nvPr/>
        </p:nvSpPr>
        <p:spPr>
          <a:xfrm>
            <a:off x="5456950" y="2591975"/>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2" name="Google Shape;382;p14"/>
          <p:cNvSpPr/>
          <p:nvPr/>
        </p:nvSpPr>
        <p:spPr>
          <a:xfrm>
            <a:off x="5456950" y="2859088"/>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3" name="Google Shape;383;p14"/>
          <p:cNvSpPr/>
          <p:nvPr/>
        </p:nvSpPr>
        <p:spPr>
          <a:xfrm>
            <a:off x="5456950" y="311540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4" name="Google Shape;384;p14"/>
          <p:cNvSpPr/>
          <p:nvPr/>
        </p:nvSpPr>
        <p:spPr>
          <a:xfrm>
            <a:off x="5647400" y="2591975"/>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4"/>
          <p:cNvSpPr/>
          <p:nvPr/>
        </p:nvSpPr>
        <p:spPr>
          <a:xfrm>
            <a:off x="5809400" y="2591975"/>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14"/>
          <p:cNvSpPr/>
          <p:nvPr/>
        </p:nvSpPr>
        <p:spPr>
          <a:xfrm>
            <a:off x="5647400" y="285905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7" name="Google Shape;387;p14"/>
          <p:cNvSpPr/>
          <p:nvPr/>
        </p:nvSpPr>
        <p:spPr>
          <a:xfrm>
            <a:off x="5809400" y="285905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8" name="Google Shape;388;p14"/>
          <p:cNvSpPr/>
          <p:nvPr/>
        </p:nvSpPr>
        <p:spPr>
          <a:xfrm>
            <a:off x="5647400" y="311540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14"/>
          <p:cNvSpPr/>
          <p:nvPr/>
        </p:nvSpPr>
        <p:spPr>
          <a:xfrm>
            <a:off x="5809400" y="3115400"/>
            <a:ext cx="162000" cy="207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14"/>
          <p:cNvSpPr txBox="1"/>
          <p:nvPr/>
        </p:nvSpPr>
        <p:spPr>
          <a:xfrm>
            <a:off x="2776225" y="38935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91" name="Google Shape;391;p14"/>
          <p:cNvSpPr txBox="1"/>
          <p:nvPr/>
        </p:nvSpPr>
        <p:spPr>
          <a:xfrm>
            <a:off x="2776225" y="4111388"/>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92" name="Google Shape;392;p14"/>
          <p:cNvSpPr txBox="1"/>
          <p:nvPr/>
        </p:nvSpPr>
        <p:spPr>
          <a:xfrm>
            <a:off x="2776225" y="4329275"/>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93" name="Google Shape;393;p14"/>
          <p:cNvSpPr txBox="1"/>
          <p:nvPr/>
        </p:nvSpPr>
        <p:spPr>
          <a:xfrm>
            <a:off x="2776225" y="4549538"/>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94" name="Google Shape;394;p14"/>
          <p:cNvSpPr txBox="1"/>
          <p:nvPr/>
        </p:nvSpPr>
        <p:spPr>
          <a:xfrm>
            <a:off x="2776225" y="476505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95" name="Google Shape;395;p14"/>
          <p:cNvSpPr txBox="1"/>
          <p:nvPr/>
        </p:nvSpPr>
        <p:spPr>
          <a:xfrm>
            <a:off x="2776225" y="4979375"/>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96" name="Google Shape;396;p14"/>
          <p:cNvSpPr txBox="1"/>
          <p:nvPr/>
        </p:nvSpPr>
        <p:spPr>
          <a:xfrm>
            <a:off x="2776225" y="5205575"/>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97" name="Google Shape;397;p14"/>
          <p:cNvSpPr txBox="1"/>
          <p:nvPr/>
        </p:nvSpPr>
        <p:spPr>
          <a:xfrm>
            <a:off x="2776225" y="5431775"/>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98" name="Google Shape;398;p14"/>
          <p:cNvSpPr txBox="1"/>
          <p:nvPr/>
        </p:nvSpPr>
        <p:spPr>
          <a:xfrm>
            <a:off x="3978625" y="3893525"/>
            <a:ext cx="30519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399" name="Google Shape;399;p14"/>
          <p:cNvSpPr txBox="1"/>
          <p:nvPr/>
        </p:nvSpPr>
        <p:spPr>
          <a:xfrm>
            <a:off x="3966725" y="4100975"/>
            <a:ext cx="30519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00" name="Google Shape;400;p14"/>
          <p:cNvSpPr txBox="1"/>
          <p:nvPr/>
        </p:nvSpPr>
        <p:spPr>
          <a:xfrm>
            <a:off x="3978625" y="4334900"/>
            <a:ext cx="30519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01" name="Google Shape;401;p14"/>
          <p:cNvSpPr txBox="1"/>
          <p:nvPr/>
        </p:nvSpPr>
        <p:spPr>
          <a:xfrm>
            <a:off x="3978625" y="4549550"/>
            <a:ext cx="30519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02" name="Google Shape;402;p14"/>
          <p:cNvSpPr txBox="1"/>
          <p:nvPr/>
        </p:nvSpPr>
        <p:spPr>
          <a:xfrm>
            <a:off x="3966725" y="4764450"/>
            <a:ext cx="30519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03" name="Google Shape;403;p14"/>
          <p:cNvSpPr txBox="1"/>
          <p:nvPr/>
        </p:nvSpPr>
        <p:spPr>
          <a:xfrm>
            <a:off x="3978625" y="4980550"/>
            <a:ext cx="30519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04" name="Google Shape;404;p14"/>
          <p:cNvSpPr txBox="1"/>
          <p:nvPr/>
        </p:nvSpPr>
        <p:spPr>
          <a:xfrm>
            <a:off x="3978625" y="5206163"/>
            <a:ext cx="30519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05" name="Google Shape;405;p14"/>
          <p:cNvSpPr txBox="1"/>
          <p:nvPr/>
        </p:nvSpPr>
        <p:spPr>
          <a:xfrm>
            <a:off x="3978625" y="5431800"/>
            <a:ext cx="30519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06" name="Google Shape;406;p14"/>
          <p:cNvSpPr txBox="1"/>
          <p:nvPr/>
        </p:nvSpPr>
        <p:spPr>
          <a:xfrm>
            <a:off x="723725" y="6148200"/>
            <a:ext cx="4246800" cy="5148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07" name="Google Shape;407;p14"/>
          <p:cNvSpPr txBox="1"/>
          <p:nvPr/>
        </p:nvSpPr>
        <p:spPr>
          <a:xfrm>
            <a:off x="723725" y="6895900"/>
            <a:ext cx="4246800" cy="5148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08" name="Google Shape;408;p14"/>
          <p:cNvSpPr txBox="1"/>
          <p:nvPr/>
        </p:nvSpPr>
        <p:spPr>
          <a:xfrm>
            <a:off x="723725" y="7643600"/>
            <a:ext cx="4246800" cy="5148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09" name="Google Shape;409;p14"/>
          <p:cNvSpPr txBox="1"/>
          <p:nvPr/>
        </p:nvSpPr>
        <p:spPr>
          <a:xfrm>
            <a:off x="723725" y="8391300"/>
            <a:ext cx="4246800" cy="5148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10" name="Google Shape;410;p14"/>
          <p:cNvSpPr txBox="1"/>
          <p:nvPr/>
        </p:nvSpPr>
        <p:spPr>
          <a:xfrm>
            <a:off x="723725" y="9139000"/>
            <a:ext cx="4246800" cy="5148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11" name="Google Shape;411;p14"/>
          <p:cNvSpPr txBox="1"/>
          <p:nvPr/>
        </p:nvSpPr>
        <p:spPr>
          <a:xfrm>
            <a:off x="5231775" y="6148875"/>
            <a:ext cx="1791300" cy="34986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latin typeface="Times New Roman"/>
                <a:ea typeface="Times New Roman"/>
                <a:cs typeface="Times New Roman"/>
                <a:sym typeface="Times New Roman"/>
              </a:rPr>
              <a:t>At Home in Armour: Feudal Worlders reduce the encumbrance of worn armour by 2, to a minimum of 0.</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12" name="Google Shape;412;p14"/>
          <p:cNvSpPr txBox="1"/>
          <p:nvPr/>
        </p:nvSpPr>
        <p:spPr>
          <a:xfrm>
            <a:off x="3512025" y="508950"/>
            <a:ext cx="1458600" cy="1623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80000"/>
              </a:lnSpc>
              <a:spcBef>
                <a:spcPts val="0"/>
              </a:spcBef>
              <a:spcAft>
                <a:spcPts val="0"/>
              </a:spcAft>
              <a:buSzPts val="275"/>
              <a:buNone/>
            </a:pPr>
            <a:r>
              <a:rPr lang="en" sz="1000">
                <a:solidFill>
                  <a:schemeClr val="dk2"/>
                </a:solidFill>
                <a:latin typeface="Times New Roman"/>
                <a:ea typeface="Times New Roman"/>
                <a:cs typeface="Times New Roman"/>
                <a:sym typeface="Times New Roman"/>
              </a:rPr>
              <a:t>     127</a:t>
            </a:r>
            <a:endParaRPr sz="1000">
              <a:solidFill>
                <a:schemeClr val="dk2"/>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15"/>
          <p:cNvPicPr preferRelativeResize="0"/>
          <p:nvPr/>
        </p:nvPicPr>
        <p:blipFill>
          <a:blip r:embed="rId3">
            <a:alphaModFix/>
          </a:blip>
          <a:stretch>
            <a:fillRect/>
          </a:stretch>
        </p:blipFill>
        <p:spPr>
          <a:xfrm>
            <a:off x="0" y="6321200"/>
            <a:ext cx="7772400" cy="3519937"/>
          </a:xfrm>
          <a:prstGeom prst="rect">
            <a:avLst/>
          </a:prstGeom>
          <a:noFill/>
          <a:ln>
            <a:noFill/>
          </a:ln>
        </p:spPr>
      </p:pic>
      <p:pic>
        <p:nvPicPr>
          <p:cNvPr id="418" name="Google Shape;418;p15"/>
          <p:cNvPicPr preferRelativeResize="0"/>
          <p:nvPr/>
        </p:nvPicPr>
        <p:blipFill>
          <a:blip r:embed="rId4">
            <a:alphaModFix/>
          </a:blip>
          <a:stretch>
            <a:fillRect/>
          </a:stretch>
        </p:blipFill>
        <p:spPr>
          <a:xfrm>
            <a:off x="0" y="3285925"/>
            <a:ext cx="7772399" cy="3035281"/>
          </a:xfrm>
          <a:prstGeom prst="rect">
            <a:avLst/>
          </a:prstGeom>
          <a:noFill/>
          <a:ln>
            <a:noFill/>
          </a:ln>
        </p:spPr>
      </p:pic>
      <p:pic>
        <p:nvPicPr>
          <p:cNvPr id="419" name="Google Shape;419;p15"/>
          <p:cNvPicPr preferRelativeResize="0"/>
          <p:nvPr/>
        </p:nvPicPr>
        <p:blipFill>
          <a:blip r:embed="rId5">
            <a:alphaModFix/>
          </a:blip>
          <a:stretch>
            <a:fillRect/>
          </a:stretch>
        </p:blipFill>
        <p:spPr>
          <a:xfrm>
            <a:off x="0" y="0"/>
            <a:ext cx="7772399" cy="3285935"/>
          </a:xfrm>
          <a:prstGeom prst="rect">
            <a:avLst/>
          </a:prstGeom>
          <a:noFill/>
          <a:ln>
            <a:noFill/>
          </a:ln>
        </p:spPr>
      </p:pic>
      <p:sp>
        <p:nvSpPr>
          <p:cNvPr id="420" name="Google Shape;420;p15"/>
          <p:cNvSpPr txBox="1"/>
          <p:nvPr/>
        </p:nvSpPr>
        <p:spPr>
          <a:xfrm>
            <a:off x="1373650" y="555950"/>
            <a:ext cx="1437900" cy="229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rPr b="1" lang="en" sz="1000">
                <a:solidFill>
                  <a:schemeClr val="dk2"/>
                </a:solidFill>
                <a:latin typeface="Times New Roman"/>
                <a:ea typeface="Times New Roman"/>
                <a:cs typeface="Times New Roman"/>
                <a:sym typeface="Times New Roman"/>
              </a:rPr>
              <a:t>Courageous</a:t>
            </a:r>
            <a:endParaRPr b="1" sz="1000">
              <a:solidFill>
                <a:schemeClr val="dk2"/>
              </a:solidFill>
              <a:latin typeface="Times New Roman"/>
              <a:ea typeface="Times New Roman"/>
              <a:cs typeface="Times New Roman"/>
              <a:sym typeface="Times New Roman"/>
            </a:endParaRPr>
          </a:p>
        </p:txBody>
      </p:sp>
      <p:sp>
        <p:nvSpPr>
          <p:cNvPr id="421" name="Google Shape;421;p15"/>
          <p:cNvSpPr txBox="1"/>
          <p:nvPr/>
        </p:nvSpPr>
        <p:spPr>
          <a:xfrm>
            <a:off x="3235800" y="1920950"/>
            <a:ext cx="1752000" cy="229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rPr b="1" lang="en" sz="1000">
                <a:solidFill>
                  <a:schemeClr val="dk2"/>
                </a:solidFill>
                <a:latin typeface="Times New Roman"/>
                <a:ea typeface="Times New Roman"/>
                <a:cs typeface="Times New Roman"/>
                <a:sym typeface="Times New Roman"/>
              </a:rPr>
              <a:t>Failure</a:t>
            </a:r>
            <a:endParaRPr b="1" sz="1000">
              <a:solidFill>
                <a:schemeClr val="dk2"/>
              </a:solidFill>
              <a:latin typeface="Times New Roman"/>
              <a:ea typeface="Times New Roman"/>
              <a:cs typeface="Times New Roman"/>
              <a:sym typeface="Times New Roman"/>
            </a:endParaRPr>
          </a:p>
        </p:txBody>
      </p:sp>
      <p:sp>
        <p:nvSpPr>
          <p:cNvPr id="422" name="Google Shape;422;p15"/>
          <p:cNvSpPr txBox="1"/>
          <p:nvPr/>
        </p:nvSpPr>
        <p:spPr>
          <a:xfrm>
            <a:off x="1197425" y="1920950"/>
            <a:ext cx="1614000" cy="229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rPr b="1" lang="en" sz="1000">
                <a:solidFill>
                  <a:schemeClr val="dk2"/>
                </a:solidFill>
                <a:latin typeface="Times New Roman"/>
                <a:ea typeface="Times New Roman"/>
                <a:cs typeface="Times New Roman"/>
                <a:sym typeface="Times New Roman"/>
              </a:rPr>
              <a:t>Expertise</a:t>
            </a:r>
            <a:endParaRPr b="1" sz="1000">
              <a:solidFill>
                <a:schemeClr val="dk2"/>
              </a:solidFill>
              <a:latin typeface="Times New Roman"/>
              <a:ea typeface="Times New Roman"/>
              <a:cs typeface="Times New Roman"/>
              <a:sym typeface="Times New Roman"/>
            </a:endParaRPr>
          </a:p>
        </p:txBody>
      </p:sp>
      <p:sp>
        <p:nvSpPr>
          <p:cNvPr id="423" name="Google Shape;423;p15"/>
          <p:cNvSpPr txBox="1"/>
          <p:nvPr/>
        </p:nvSpPr>
        <p:spPr>
          <a:xfrm>
            <a:off x="3235800" y="555950"/>
            <a:ext cx="1752000" cy="2295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rPr b="1" lang="en" sz="1000">
                <a:solidFill>
                  <a:schemeClr val="dk2"/>
                </a:solidFill>
                <a:latin typeface="Times New Roman"/>
                <a:ea typeface="Times New Roman"/>
                <a:cs typeface="Times New Roman"/>
                <a:sym typeface="Times New Roman"/>
              </a:rPr>
              <a:t>Ignorance</a:t>
            </a:r>
            <a:endParaRPr b="1" sz="1000">
              <a:solidFill>
                <a:schemeClr val="dk2"/>
              </a:solidFill>
              <a:latin typeface="Times New Roman"/>
              <a:ea typeface="Times New Roman"/>
              <a:cs typeface="Times New Roman"/>
              <a:sym typeface="Times New Roman"/>
            </a:endParaRPr>
          </a:p>
        </p:txBody>
      </p:sp>
      <p:sp>
        <p:nvSpPr>
          <p:cNvPr id="424" name="Google Shape;424;p15"/>
          <p:cNvSpPr txBox="1"/>
          <p:nvPr/>
        </p:nvSpPr>
        <p:spPr>
          <a:xfrm>
            <a:off x="718950" y="785450"/>
            <a:ext cx="2092500" cy="10611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Gerhart throws himself into combat situations as he knows that fighting is the only way he knows to protect those around him alive.</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25" name="Google Shape;425;p15"/>
          <p:cNvSpPr txBox="1"/>
          <p:nvPr/>
        </p:nvSpPr>
        <p:spPr>
          <a:xfrm>
            <a:off x="2895300" y="785450"/>
            <a:ext cx="2092500" cy="10611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Gerhart does not well understand basic human interaction.  He is often brusque and could be considered rude because of it.</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26" name="Google Shape;426;p15"/>
          <p:cNvSpPr txBox="1"/>
          <p:nvPr/>
        </p:nvSpPr>
        <p:spPr>
          <a:xfrm>
            <a:off x="718950" y="2150450"/>
            <a:ext cx="2092500" cy="10611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Gerhart was overlooked as a prospective Astartes, to prove his value he wants to essentially become a god of warfare.</a:t>
            </a:r>
            <a:endParaRPr sz="12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27" name="Google Shape;427;p15"/>
          <p:cNvSpPr txBox="1"/>
          <p:nvPr/>
        </p:nvSpPr>
        <p:spPr>
          <a:xfrm>
            <a:off x="2895300" y="2150450"/>
            <a:ext cx="2092500" cy="10611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Times New Roman"/>
                <a:ea typeface="Times New Roman"/>
                <a:cs typeface="Times New Roman"/>
                <a:sym typeface="Times New Roman"/>
              </a:rPr>
              <a:t>Gerhart is terrified of losing in combat situations and of losing comrades in combat.</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28" name="Google Shape;428;p15"/>
          <p:cNvSpPr txBox="1"/>
          <p:nvPr/>
        </p:nvSpPr>
        <p:spPr>
          <a:xfrm>
            <a:off x="718950" y="3553325"/>
            <a:ext cx="4268700" cy="26637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Gerhart was born to Bendran and Hilda Varkuul.  His father was an engineer who worked on aqueducts.  His mother was a herbalist.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He always dreamt of </a:t>
            </a:r>
            <a:r>
              <a:rPr lang="en" sz="1000">
                <a:solidFill>
                  <a:schemeClr val="dk2"/>
                </a:solidFill>
                <a:latin typeface="Times New Roman"/>
                <a:ea typeface="Times New Roman"/>
                <a:cs typeface="Times New Roman"/>
                <a:sym typeface="Times New Roman"/>
              </a:rPr>
              <a:t>becoming</a:t>
            </a:r>
            <a:r>
              <a:rPr lang="en" sz="1000">
                <a:solidFill>
                  <a:schemeClr val="dk2"/>
                </a:solidFill>
                <a:latin typeface="Times New Roman"/>
                <a:ea typeface="Times New Roman"/>
                <a:cs typeface="Times New Roman"/>
                <a:sym typeface="Times New Roman"/>
              </a:rPr>
              <a:t> an Astartes, a space marine.  He squired under a local veteran soldier, Kell, who retired here for a peaceful end of life.  Kell trained him and prepared him for when the I</a:t>
            </a:r>
            <a:r>
              <a:rPr lang="en" sz="1000">
                <a:solidFill>
                  <a:schemeClr val="dk2"/>
                </a:solidFill>
                <a:latin typeface="Times New Roman"/>
                <a:ea typeface="Times New Roman"/>
                <a:cs typeface="Times New Roman"/>
                <a:sym typeface="Times New Roman"/>
              </a:rPr>
              <a:t>mperium would arrive to select their Astartes conscripts.  He was passed over.  Instead, his mentor guided him towards service as an acolyte to an Inquisitor, even going so far as to give him his armor and weapons.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He is prepared to do his duty and prove his worth to the Imperium in his new role as Acolyte.</a:t>
            </a:r>
            <a:endParaRPr sz="1000">
              <a:solidFill>
                <a:schemeClr val="dk2"/>
              </a:solidFill>
              <a:latin typeface="Times New Roman"/>
              <a:ea typeface="Times New Roman"/>
              <a:cs typeface="Times New Roman"/>
              <a:sym typeface="Times New Roman"/>
            </a:endParaRPr>
          </a:p>
        </p:txBody>
      </p:sp>
      <p:sp>
        <p:nvSpPr>
          <p:cNvPr id="429" name="Google Shape;429;p15"/>
          <p:cNvSpPr txBox="1"/>
          <p:nvPr/>
        </p:nvSpPr>
        <p:spPr>
          <a:xfrm>
            <a:off x="718950" y="6558800"/>
            <a:ext cx="2139600" cy="15441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0" name="Google Shape;430;p15"/>
          <p:cNvSpPr txBox="1"/>
          <p:nvPr/>
        </p:nvSpPr>
        <p:spPr>
          <a:xfrm>
            <a:off x="2871750" y="6558800"/>
            <a:ext cx="2092500" cy="15441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1" name="Google Shape;431;p15"/>
          <p:cNvSpPr txBox="1"/>
          <p:nvPr/>
        </p:nvSpPr>
        <p:spPr>
          <a:xfrm>
            <a:off x="718950" y="8487625"/>
            <a:ext cx="4245300" cy="12771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Synthmuscle - +1 Brawn</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Subskin Armor - +1 Soak</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2" name="Google Shape;432;p15"/>
          <p:cNvSpPr txBox="1"/>
          <p:nvPr/>
        </p:nvSpPr>
        <p:spPr>
          <a:xfrm>
            <a:off x="5233675" y="6801700"/>
            <a:ext cx="1788000" cy="3567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900">
                <a:solidFill>
                  <a:schemeClr val="dk2"/>
                </a:solidFill>
                <a:latin typeface="Times New Roman"/>
                <a:ea typeface="Times New Roman"/>
                <a:cs typeface="Times New Roman"/>
                <a:sym typeface="Times New Roman"/>
              </a:rPr>
              <a:t>The absolute authority, those who question him are burnt at the stake.</a:t>
            </a:r>
            <a:endParaRPr sz="9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3" name="Google Shape;433;p15"/>
          <p:cNvSpPr txBox="1"/>
          <p:nvPr/>
        </p:nvSpPr>
        <p:spPr>
          <a:xfrm>
            <a:off x="5233675" y="7268425"/>
            <a:ext cx="1788000" cy="3567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None.</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4" name="Google Shape;434;p15"/>
          <p:cNvSpPr txBox="1"/>
          <p:nvPr/>
        </p:nvSpPr>
        <p:spPr>
          <a:xfrm>
            <a:off x="5233675" y="7830400"/>
            <a:ext cx="1788000" cy="3567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1000" u="sng">
                <a:solidFill>
                  <a:schemeClr val="hlink"/>
                </a:solidFill>
                <a:latin typeface="Times New Roman"/>
                <a:ea typeface="Times New Roman"/>
                <a:cs typeface="Times New Roman"/>
                <a:sym typeface="Times New Roman"/>
                <a:hlinkClick r:id="rId6"/>
              </a:rPr>
              <a:t>Marcus Achallor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5" name="Google Shape;435;p15"/>
          <p:cNvSpPr txBox="1"/>
          <p:nvPr/>
        </p:nvSpPr>
        <p:spPr>
          <a:xfrm>
            <a:off x="5233675" y="8392375"/>
            <a:ext cx="1788000" cy="3567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900">
                <a:solidFill>
                  <a:schemeClr val="dk2"/>
                </a:solidFill>
                <a:latin typeface="Times New Roman"/>
                <a:ea typeface="Times New Roman"/>
                <a:cs typeface="Times New Roman"/>
                <a:sym typeface="Times New Roman"/>
              </a:rPr>
              <a:t>Follow blindly, we are not to question, we are to prove our worth.</a:t>
            </a:r>
            <a:endParaRPr sz="9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6" name="Google Shape;436;p15"/>
          <p:cNvSpPr txBox="1"/>
          <p:nvPr/>
        </p:nvSpPr>
        <p:spPr>
          <a:xfrm>
            <a:off x="5233675" y="8859100"/>
            <a:ext cx="1788000" cy="3567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800">
                <a:solidFill>
                  <a:schemeClr val="dk2"/>
                </a:solidFill>
                <a:latin typeface="Times New Roman"/>
                <a:ea typeface="Times New Roman"/>
                <a:cs typeface="Times New Roman"/>
                <a:sym typeface="Times New Roman"/>
              </a:rPr>
              <a:t>I will be given new life and greater power if I die in service to the emperor.</a:t>
            </a:r>
            <a:endParaRPr sz="8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7" name="Google Shape;437;p15"/>
          <p:cNvSpPr txBox="1"/>
          <p:nvPr/>
        </p:nvSpPr>
        <p:spPr>
          <a:xfrm>
            <a:off x="5233675" y="9325825"/>
            <a:ext cx="1788000" cy="4389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8" name="Google Shape;438;p15"/>
          <p:cNvSpPr txBox="1"/>
          <p:nvPr/>
        </p:nvSpPr>
        <p:spPr>
          <a:xfrm>
            <a:off x="5233675" y="5539625"/>
            <a:ext cx="1788000" cy="6774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39" name="Google Shape;439;p15"/>
          <p:cNvSpPr txBox="1"/>
          <p:nvPr/>
        </p:nvSpPr>
        <p:spPr>
          <a:xfrm>
            <a:off x="5233675" y="5125300"/>
            <a:ext cx="1788000" cy="2898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His pendant, weapons, and armor.</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40" name="Google Shape;440;p15"/>
          <p:cNvSpPr txBox="1"/>
          <p:nvPr/>
        </p:nvSpPr>
        <p:spPr>
          <a:xfrm>
            <a:off x="5233675" y="4710975"/>
            <a:ext cx="1788000" cy="2898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500">
                <a:solidFill>
                  <a:schemeClr val="dk2"/>
                </a:solidFill>
                <a:latin typeface="Times New Roman"/>
                <a:ea typeface="Times New Roman"/>
                <a:cs typeface="Times New Roman"/>
                <a:sym typeface="Times New Roman"/>
              </a:rPr>
              <a:t>He has an old garlic-shaped pendant.  He believes that if he doesn’t wear it, then orcs will catch his scent and try to eat him. </a:t>
            </a:r>
            <a:endParaRPr sz="5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41" name="Google Shape;441;p15"/>
          <p:cNvSpPr txBox="1"/>
          <p:nvPr/>
        </p:nvSpPr>
        <p:spPr>
          <a:xfrm>
            <a:off x="5233675" y="4320425"/>
            <a:ext cx="1788000" cy="2898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1000">
                <a:solidFill>
                  <a:schemeClr val="dk2"/>
                </a:solidFill>
                <a:latin typeface="Times New Roman"/>
                <a:ea typeface="Times New Roman"/>
                <a:cs typeface="Times New Roman"/>
                <a:sym typeface="Times New Roman"/>
              </a:rPr>
              <a:t>No scars,yet.</a:t>
            </a:r>
            <a:endParaRPr sz="10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800">
              <a:solidFill>
                <a:schemeClr val="dk2"/>
              </a:solidFill>
              <a:latin typeface="Times New Roman"/>
              <a:ea typeface="Times New Roman"/>
              <a:cs typeface="Times New Roman"/>
              <a:sym typeface="Times New Roman"/>
            </a:endParaRPr>
          </a:p>
        </p:txBody>
      </p:sp>
      <p:sp>
        <p:nvSpPr>
          <p:cNvPr id="442" name="Google Shape;442;p15"/>
          <p:cNvSpPr txBox="1"/>
          <p:nvPr/>
        </p:nvSpPr>
        <p:spPr>
          <a:xfrm>
            <a:off x="5828975" y="3553325"/>
            <a:ext cx="1192800" cy="639600"/>
          </a:xfrm>
          <a:prstGeom prst="rect">
            <a:avLst/>
          </a:prstGeom>
          <a:noFill/>
          <a:ln cap="flat" cmpd="sng" w="9525">
            <a:solidFill>
              <a:schemeClr val="dk1"/>
            </a:solidFill>
            <a:prstDash val="solid"/>
            <a:round/>
            <a:headEnd len="sm" w="sm" type="none"/>
            <a:tailEnd len="sm" w="sm" type="none"/>
          </a:ln>
        </p:spPr>
        <p:txBody>
          <a:bodyPr anchorCtr="0" anchor="t" bIns="18275" lIns="18275" spcFirstLastPara="1" rIns="18275" wrap="square" tIns="18275">
            <a:noAutofit/>
          </a:bodyPr>
          <a:lstStyle/>
          <a:p>
            <a:pPr indent="0" lvl="0" marL="0" rtl="0" algn="l">
              <a:lnSpc>
                <a:spcPct val="115000"/>
              </a:lnSpc>
              <a:spcBef>
                <a:spcPts val="0"/>
              </a:spcBef>
              <a:spcAft>
                <a:spcPts val="0"/>
              </a:spcAft>
              <a:buNone/>
            </a:pPr>
            <a:r>
              <a:rPr lang="en" sz="800">
                <a:solidFill>
                  <a:schemeClr val="dk2"/>
                </a:solidFill>
                <a:latin typeface="Times New Roman"/>
                <a:ea typeface="Times New Roman"/>
                <a:cs typeface="Times New Roman"/>
                <a:sym typeface="Times New Roman"/>
              </a:rPr>
              <a:t>Male</a:t>
            </a:r>
            <a:endParaRPr sz="8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solidFill>
                  <a:schemeClr val="dk2"/>
                </a:solidFill>
                <a:latin typeface="Times New Roman"/>
                <a:ea typeface="Times New Roman"/>
                <a:cs typeface="Times New Roman"/>
                <a:sym typeface="Times New Roman"/>
              </a:rPr>
              <a:t>19</a:t>
            </a:r>
            <a:endParaRPr sz="8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solidFill>
                  <a:schemeClr val="dk2"/>
                </a:solidFill>
                <a:latin typeface="Times New Roman"/>
                <a:ea typeface="Times New Roman"/>
                <a:cs typeface="Times New Roman"/>
                <a:sym typeface="Times New Roman"/>
              </a:rPr>
              <a:t>6’3”, broad, muscular</a:t>
            </a:r>
            <a:endParaRPr sz="800">
              <a:solidFill>
                <a:schemeClr val="dk2"/>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800">
                <a:solidFill>
                  <a:schemeClr val="dk2"/>
                </a:solidFill>
                <a:latin typeface="Times New Roman"/>
                <a:ea typeface="Times New Roman"/>
                <a:cs typeface="Times New Roman"/>
                <a:sym typeface="Times New Roman"/>
              </a:rPr>
              <a:t>Near black hair brown eyes</a:t>
            </a:r>
            <a:endParaRPr sz="800">
              <a:solidFill>
                <a:schemeClr val="dk2"/>
              </a:solidFill>
              <a:latin typeface="Times New Roman"/>
              <a:ea typeface="Times New Roman"/>
              <a:cs typeface="Times New Roman"/>
              <a:sym typeface="Times New Roman"/>
            </a:endParaRPr>
          </a:p>
        </p:txBody>
      </p:sp>
      <p:pic>
        <p:nvPicPr>
          <p:cNvPr id="443" name="Google Shape;443;p15"/>
          <p:cNvPicPr preferRelativeResize="0"/>
          <p:nvPr/>
        </p:nvPicPr>
        <p:blipFill>
          <a:blip r:embed="rId7">
            <a:alphaModFix/>
          </a:blip>
          <a:stretch>
            <a:fillRect/>
          </a:stretch>
        </p:blipFill>
        <p:spPr>
          <a:xfrm>
            <a:off x="5190227" y="563200"/>
            <a:ext cx="1831548" cy="2663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16"/>
          <p:cNvPicPr preferRelativeResize="0"/>
          <p:nvPr/>
        </p:nvPicPr>
        <p:blipFill>
          <a:blip r:embed="rId3">
            <a:alphaModFix/>
          </a:blip>
          <a:stretch>
            <a:fillRect/>
          </a:stretch>
        </p:blipFill>
        <p:spPr>
          <a:xfrm>
            <a:off x="25" y="9012503"/>
            <a:ext cx="7772400" cy="980847"/>
          </a:xfrm>
          <a:prstGeom prst="rect">
            <a:avLst/>
          </a:prstGeom>
          <a:noFill/>
          <a:ln>
            <a:noFill/>
          </a:ln>
        </p:spPr>
      </p:pic>
      <p:pic>
        <p:nvPicPr>
          <p:cNvPr id="449" name="Google Shape;449;p16"/>
          <p:cNvPicPr preferRelativeResize="0"/>
          <p:nvPr/>
        </p:nvPicPr>
        <p:blipFill>
          <a:blip r:embed="rId4">
            <a:alphaModFix/>
          </a:blip>
          <a:stretch>
            <a:fillRect/>
          </a:stretch>
        </p:blipFill>
        <p:spPr>
          <a:xfrm>
            <a:off x="0" y="4651000"/>
            <a:ext cx="7772400" cy="4361489"/>
          </a:xfrm>
          <a:prstGeom prst="rect">
            <a:avLst/>
          </a:prstGeom>
          <a:noFill/>
          <a:ln>
            <a:noFill/>
          </a:ln>
        </p:spPr>
      </p:pic>
      <p:pic>
        <p:nvPicPr>
          <p:cNvPr id="450" name="Google Shape;450;p16"/>
          <p:cNvPicPr preferRelativeResize="0"/>
          <p:nvPr/>
        </p:nvPicPr>
        <p:blipFill>
          <a:blip r:embed="rId5">
            <a:alphaModFix/>
          </a:blip>
          <a:stretch>
            <a:fillRect/>
          </a:stretch>
        </p:blipFill>
        <p:spPr>
          <a:xfrm>
            <a:off x="0" y="0"/>
            <a:ext cx="7772400" cy="4650991"/>
          </a:xfrm>
          <a:prstGeom prst="rect">
            <a:avLst/>
          </a:prstGeom>
          <a:noFill/>
          <a:ln>
            <a:noFill/>
          </a:ln>
        </p:spPr>
      </p:pic>
      <p:sp>
        <p:nvSpPr>
          <p:cNvPr id="451" name="Google Shape;451;p16"/>
          <p:cNvSpPr txBox="1"/>
          <p:nvPr/>
        </p:nvSpPr>
        <p:spPr>
          <a:xfrm>
            <a:off x="1523675"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9</a:t>
            </a:r>
            <a:endParaRPr sz="3000">
              <a:solidFill>
                <a:schemeClr val="dk2"/>
              </a:solidFill>
              <a:latin typeface="Times New Roman"/>
              <a:ea typeface="Times New Roman"/>
              <a:cs typeface="Times New Roman"/>
              <a:sym typeface="Times New Roman"/>
            </a:endParaRPr>
          </a:p>
        </p:txBody>
      </p:sp>
      <p:sp>
        <p:nvSpPr>
          <p:cNvPr id="452" name="Google Shape;452;p16"/>
          <p:cNvSpPr txBox="1"/>
          <p:nvPr/>
        </p:nvSpPr>
        <p:spPr>
          <a:xfrm>
            <a:off x="2600000"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8</a:t>
            </a:r>
            <a:endParaRPr sz="3000">
              <a:solidFill>
                <a:schemeClr val="dk2"/>
              </a:solidFill>
              <a:latin typeface="Times New Roman"/>
              <a:ea typeface="Times New Roman"/>
              <a:cs typeface="Times New Roman"/>
              <a:sym typeface="Times New Roman"/>
            </a:endParaRPr>
          </a:p>
        </p:txBody>
      </p:sp>
      <p:sp>
        <p:nvSpPr>
          <p:cNvPr id="453" name="Google Shape;453;p16"/>
          <p:cNvSpPr txBox="1"/>
          <p:nvPr/>
        </p:nvSpPr>
        <p:spPr>
          <a:xfrm>
            <a:off x="3676325"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7</a:t>
            </a:r>
            <a:endParaRPr sz="3000">
              <a:solidFill>
                <a:schemeClr val="dk2"/>
              </a:solidFill>
              <a:latin typeface="Times New Roman"/>
              <a:ea typeface="Times New Roman"/>
              <a:cs typeface="Times New Roman"/>
              <a:sym typeface="Times New Roman"/>
            </a:endParaRPr>
          </a:p>
        </p:txBody>
      </p:sp>
      <p:sp>
        <p:nvSpPr>
          <p:cNvPr id="454" name="Google Shape;454;p16"/>
          <p:cNvSpPr txBox="1"/>
          <p:nvPr/>
        </p:nvSpPr>
        <p:spPr>
          <a:xfrm>
            <a:off x="4752650"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4</a:t>
            </a:r>
            <a:endParaRPr sz="3000">
              <a:solidFill>
                <a:schemeClr val="dk2"/>
              </a:solidFill>
              <a:latin typeface="Times New Roman"/>
              <a:ea typeface="Times New Roman"/>
              <a:cs typeface="Times New Roman"/>
              <a:sym typeface="Times New Roman"/>
            </a:endParaRPr>
          </a:p>
        </p:txBody>
      </p:sp>
      <p:sp>
        <p:nvSpPr>
          <p:cNvPr id="455" name="Google Shape;455;p16"/>
          <p:cNvSpPr txBox="1"/>
          <p:nvPr/>
        </p:nvSpPr>
        <p:spPr>
          <a:xfrm>
            <a:off x="5828975"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3</a:t>
            </a:r>
            <a:endParaRPr sz="3000">
              <a:solidFill>
                <a:schemeClr val="dk2"/>
              </a:solidFill>
              <a:latin typeface="Times New Roman"/>
              <a:ea typeface="Times New Roman"/>
              <a:cs typeface="Times New Roman"/>
              <a:sym typeface="Times New Roman"/>
            </a:endParaRPr>
          </a:p>
        </p:txBody>
      </p:sp>
      <p:sp>
        <p:nvSpPr>
          <p:cNvPr id="456" name="Google Shape;456;p16"/>
          <p:cNvSpPr txBox="1"/>
          <p:nvPr/>
        </p:nvSpPr>
        <p:spPr>
          <a:xfrm>
            <a:off x="733100" y="1721800"/>
            <a:ext cx="1202400" cy="188400"/>
          </a:xfrm>
          <a:prstGeom prst="rect">
            <a:avLst/>
          </a:prstGeom>
          <a:noFill/>
          <a:ln cap="flat" cmpd="sng" w="9525">
            <a:solidFill>
              <a:schemeClr val="dk1"/>
            </a:solidFill>
            <a:prstDash val="solid"/>
            <a:round/>
            <a:headEnd len="sm" w="sm" type="none"/>
            <a:tailEnd len="sm" w="sm" type="none"/>
          </a:ln>
        </p:spPr>
        <p:txBody>
          <a:bodyPr anchorCtr="0" anchor="ctr" bIns="18275" lIns="91425" spcFirstLastPara="1" rIns="91425" wrap="square" tIns="1827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Durable</a:t>
            </a:r>
            <a:endParaRPr sz="800">
              <a:solidFill>
                <a:schemeClr val="dk2"/>
              </a:solidFill>
              <a:latin typeface="Times New Roman"/>
              <a:ea typeface="Times New Roman"/>
              <a:cs typeface="Times New Roman"/>
              <a:sym typeface="Times New Roman"/>
            </a:endParaRPr>
          </a:p>
        </p:txBody>
      </p:sp>
      <p:sp>
        <p:nvSpPr>
          <p:cNvPr id="457" name="Google Shape;457;p16"/>
          <p:cNvSpPr txBox="1"/>
          <p:nvPr/>
        </p:nvSpPr>
        <p:spPr>
          <a:xfrm>
            <a:off x="733100" y="19408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Parry</a:t>
            </a:r>
            <a:endParaRPr sz="800">
              <a:solidFill>
                <a:schemeClr val="dk2"/>
              </a:solidFill>
              <a:latin typeface="Times New Roman"/>
              <a:ea typeface="Times New Roman"/>
              <a:cs typeface="Times New Roman"/>
              <a:sym typeface="Times New Roman"/>
            </a:endParaRPr>
          </a:p>
        </p:txBody>
      </p:sp>
      <p:sp>
        <p:nvSpPr>
          <p:cNvPr id="458" name="Google Shape;458;p16"/>
          <p:cNvSpPr txBox="1"/>
          <p:nvPr/>
        </p:nvSpPr>
        <p:spPr>
          <a:xfrm>
            <a:off x="733100" y="21599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Toughened </a:t>
            </a:r>
            <a:endParaRPr sz="800">
              <a:solidFill>
                <a:schemeClr val="dk2"/>
              </a:solidFill>
              <a:latin typeface="Times New Roman"/>
              <a:ea typeface="Times New Roman"/>
              <a:cs typeface="Times New Roman"/>
              <a:sym typeface="Times New Roman"/>
            </a:endParaRPr>
          </a:p>
        </p:txBody>
      </p:sp>
      <p:sp>
        <p:nvSpPr>
          <p:cNvPr id="459" name="Google Shape;459;p16"/>
          <p:cNvSpPr txBox="1"/>
          <p:nvPr/>
        </p:nvSpPr>
        <p:spPr>
          <a:xfrm>
            <a:off x="733100" y="237902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Well Organized</a:t>
            </a:r>
            <a:endParaRPr sz="800">
              <a:solidFill>
                <a:schemeClr val="dk2"/>
              </a:solidFill>
              <a:latin typeface="Times New Roman"/>
              <a:ea typeface="Times New Roman"/>
              <a:cs typeface="Times New Roman"/>
              <a:sym typeface="Times New Roman"/>
            </a:endParaRPr>
          </a:p>
        </p:txBody>
      </p:sp>
      <p:sp>
        <p:nvSpPr>
          <p:cNvPr id="460" name="Google Shape;460;p16"/>
          <p:cNvSpPr txBox="1"/>
          <p:nvPr/>
        </p:nvSpPr>
        <p:spPr>
          <a:xfrm>
            <a:off x="733100" y="3482738"/>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Grit</a:t>
            </a:r>
            <a:endParaRPr sz="800">
              <a:solidFill>
                <a:schemeClr val="dk2"/>
              </a:solidFill>
              <a:latin typeface="Times New Roman"/>
              <a:ea typeface="Times New Roman"/>
              <a:cs typeface="Times New Roman"/>
              <a:sym typeface="Times New Roman"/>
            </a:endParaRPr>
          </a:p>
        </p:txBody>
      </p:sp>
      <p:sp>
        <p:nvSpPr>
          <p:cNvPr id="461" name="Google Shape;461;p16"/>
          <p:cNvSpPr txBox="1"/>
          <p:nvPr/>
        </p:nvSpPr>
        <p:spPr>
          <a:xfrm>
            <a:off x="733100" y="32624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Desperate Recovery</a:t>
            </a:r>
            <a:endParaRPr sz="800">
              <a:solidFill>
                <a:schemeClr val="dk2"/>
              </a:solidFill>
              <a:latin typeface="Times New Roman"/>
              <a:ea typeface="Times New Roman"/>
              <a:cs typeface="Times New Roman"/>
              <a:sym typeface="Times New Roman"/>
            </a:endParaRPr>
          </a:p>
        </p:txBody>
      </p:sp>
      <p:sp>
        <p:nvSpPr>
          <p:cNvPr id="462" name="Google Shape;462;p16"/>
          <p:cNvSpPr txBox="1"/>
          <p:nvPr/>
        </p:nvSpPr>
        <p:spPr>
          <a:xfrm>
            <a:off x="733100" y="30514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Quick Draw</a:t>
            </a:r>
            <a:endParaRPr sz="800">
              <a:solidFill>
                <a:schemeClr val="dk2"/>
              </a:solidFill>
              <a:latin typeface="Times New Roman"/>
              <a:ea typeface="Times New Roman"/>
              <a:cs typeface="Times New Roman"/>
              <a:sym typeface="Times New Roman"/>
            </a:endParaRPr>
          </a:p>
        </p:txBody>
      </p:sp>
      <p:sp>
        <p:nvSpPr>
          <p:cNvPr id="463" name="Google Shape;463;p16"/>
          <p:cNvSpPr txBox="1"/>
          <p:nvPr/>
        </p:nvSpPr>
        <p:spPr>
          <a:xfrm>
            <a:off x="733100" y="25981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Crack Shot</a:t>
            </a:r>
            <a:endParaRPr sz="800">
              <a:solidFill>
                <a:schemeClr val="dk2"/>
              </a:solidFill>
              <a:latin typeface="Times New Roman"/>
              <a:ea typeface="Times New Roman"/>
              <a:cs typeface="Times New Roman"/>
              <a:sym typeface="Times New Roman"/>
            </a:endParaRPr>
          </a:p>
        </p:txBody>
      </p:sp>
      <p:sp>
        <p:nvSpPr>
          <p:cNvPr id="464" name="Google Shape;464;p16"/>
          <p:cNvSpPr txBox="1"/>
          <p:nvPr/>
        </p:nvSpPr>
        <p:spPr>
          <a:xfrm>
            <a:off x="733100" y="49519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Bulwark</a:t>
            </a:r>
            <a:endParaRPr sz="800">
              <a:solidFill>
                <a:schemeClr val="dk2"/>
              </a:solidFill>
              <a:latin typeface="Times New Roman"/>
              <a:ea typeface="Times New Roman"/>
              <a:cs typeface="Times New Roman"/>
              <a:sym typeface="Times New Roman"/>
            </a:endParaRPr>
          </a:p>
        </p:txBody>
      </p:sp>
      <p:sp>
        <p:nvSpPr>
          <p:cNvPr id="465" name="Google Shape;465;p16"/>
          <p:cNvSpPr txBox="1"/>
          <p:nvPr/>
        </p:nvSpPr>
        <p:spPr>
          <a:xfrm>
            <a:off x="733100" y="2821938"/>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Second Wind</a:t>
            </a:r>
            <a:endParaRPr sz="800">
              <a:solidFill>
                <a:schemeClr val="dk2"/>
              </a:solidFill>
              <a:latin typeface="Times New Roman"/>
              <a:ea typeface="Times New Roman"/>
              <a:cs typeface="Times New Roman"/>
              <a:sym typeface="Times New Roman"/>
            </a:endParaRPr>
          </a:p>
        </p:txBody>
      </p:sp>
      <p:sp>
        <p:nvSpPr>
          <p:cNvPr id="466" name="Google Shape;466;p16"/>
          <p:cNvSpPr txBox="1"/>
          <p:nvPr/>
        </p:nvSpPr>
        <p:spPr>
          <a:xfrm>
            <a:off x="733100" y="37030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67" name="Google Shape;467;p16"/>
          <p:cNvSpPr txBox="1"/>
          <p:nvPr/>
        </p:nvSpPr>
        <p:spPr>
          <a:xfrm>
            <a:off x="733100" y="39298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68" name="Google Shape;468;p16"/>
          <p:cNvSpPr txBox="1"/>
          <p:nvPr/>
        </p:nvSpPr>
        <p:spPr>
          <a:xfrm>
            <a:off x="733100" y="415545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69" name="Google Shape;469;p16"/>
          <p:cNvSpPr txBox="1"/>
          <p:nvPr/>
        </p:nvSpPr>
        <p:spPr>
          <a:xfrm>
            <a:off x="733100" y="43811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70" name="Google Shape;470;p16"/>
          <p:cNvSpPr txBox="1"/>
          <p:nvPr/>
        </p:nvSpPr>
        <p:spPr>
          <a:xfrm>
            <a:off x="733100" y="51698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Block</a:t>
            </a:r>
            <a:endParaRPr sz="800">
              <a:solidFill>
                <a:schemeClr val="dk2"/>
              </a:solidFill>
              <a:latin typeface="Times New Roman"/>
              <a:ea typeface="Times New Roman"/>
              <a:cs typeface="Times New Roman"/>
              <a:sym typeface="Times New Roman"/>
            </a:endParaRPr>
          </a:p>
        </p:txBody>
      </p:sp>
      <p:sp>
        <p:nvSpPr>
          <p:cNvPr id="471" name="Google Shape;471;p16"/>
          <p:cNvSpPr txBox="1"/>
          <p:nvPr/>
        </p:nvSpPr>
        <p:spPr>
          <a:xfrm>
            <a:off x="733100" y="53878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Parry</a:t>
            </a:r>
            <a:endParaRPr sz="800">
              <a:solidFill>
                <a:schemeClr val="dk2"/>
              </a:solidFill>
              <a:latin typeface="Times New Roman"/>
              <a:ea typeface="Times New Roman"/>
              <a:cs typeface="Times New Roman"/>
              <a:sym typeface="Times New Roman"/>
            </a:endParaRPr>
          </a:p>
        </p:txBody>
      </p:sp>
      <p:sp>
        <p:nvSpPr>
          <p:cNvPr id="472" name="Google Shape;472;p16"/>
          <p:cNvSpPr txBox="1"/>
          <p:nvPr/>
        </p:nvSpPr>
        <p:spPr>
          <a:xfrm>
            <a:off x="733100" y="56057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Toughened</a:t>
            </a:r>
            <a:endParaRPr sz="800">
              <a:solidFill>
                <a:schemeClr val="dk2"/>
              </a:solidFill>
              <a:latin typeface="Times New Roman"/>
              <a:ea typeface="Times New Roman"/>
              <a:cs typeface="Times New Roman"/>
              <a:sym typeface="Times New Roman"/>
            </a:endParaRPr>
          </a:p>
        </p:txBody>
      </p:sp>
      <p:sp>
        <p:nvSpPr>
          <p:cNvPr id="473" name="Google Shape;473;p16"/>
          <p:cNvSpPr txBox="1"/>
          <p:nvPr/>
        </p:nvSpPr>
        <p:spPr>
          <a:xfrm>
            <a:off x="733100" y="58298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Second Wind</a:t>
            </a:r>
            <a:endParaRPr sz="800">
              <a:solidFill>
                <a:schemeClr val="dk2"/>
              </a:solidFill>
              <a:latin typeface="Times New Roman"/>
              <a:ea typeface="Times New Roman"/>
              <a:cs typeface="Times New Roman"/>
              <a:sym typeface="Times New Roman"/>
            </a:endParaRPr>
          </a:p>
        </p:txBody>
      </p:sp>
      <p:sp>
        <p:nvSpPr>
          <p:cNvPr id="474" name="Google Shape;474;p16"/>
          <p:cNvSpPr txBox="1"/>
          <p:nvPr/>
        </p:nvSpPr>
        <p:spPr>
          <a:xfrm>
            <a:off x="733100" y="65145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Impaling Strike</a:t>
            </a:r>
            <a:endParaRPr sz="800">
              <a:solidFill>
                <a:schemeClr val="dk2"/>
              </a:solidFill>
              <a:latin typeface="Times New Roman"/>
              <a:ea typeface="Times New Roman"/>
              <a:cs typeface="Times New Roman"/>
              <a:sym typeface="Times New Roman"/>
            </a:endParaRPr>
          </a:p>
        </p:txBody>
      </p:sp>
      <p:sp>
        <p:nvSpPr>
          <p:cNvPr id="475" name="Google Shape;475;p16"/>
          <p:cNvSpPr txBox="1"/>
          <p:nvPr/>
        </p:nvSpPr>
        <p:spPr>
          <a:xfrm>
            <a:off x="733100" y="62842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Grit</a:t>
            </a:r>
            <a:endParaRPr sz="800">
              <a:solidFill>
                <a:schemeClr val="dk2"/>
              </a:solidFill>
              <a:latin typeface="Times New Roman"/>
              <a:ea typeface="Times New Roman"/>
              <a:cs typeface="Times New Roman"/>
              <a:sym typeface="Times New Roman"/>
            </a:endParaRPr>
          </a:p>
        </p:txBody>
      </p:sp>
      <p:sp>
        <p:nvSpPr>
          <p:cNvPr id="476" name="Google Shape;476;p16"/>
          <p:cNvSpPr txBox="1"/>
          <p:nvPr/>
        </p:nvSpPr>
        <p:spPr>
          <a:xfrm>
            <a:off x="733100" y="6053988"/>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Well organized</a:t>
            </a:r>
            <a:endParaRPr sz="800">
              <a:solidFill>
                <a:schemeClr val="dk2"/>
              </a:solidFill>
              <a:latin typeface="Times New Roman"/>
              <a:ea typeface="Times New Roman"/>
              <a:cs typeface="Times New Roman"/>
              <a:sym typeface="Times New Roman"/>
            </a:endParaRPr>
          </a:p>
        </p:txBody>
      </p:sp>
      <p:sp>
        <p:nvSpPr>
          <p:cNvPr id="477" name="Google Shape;477;p16"/>
          <p:cNvSpPr txBox="1"/>
          <p:nvPr/>
        </p:nvSpPr>
        <p:spPr>
          <a:xfrm>
            <a:off x="733100" y="70911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Dual Strike</a:t>
            </a:r>
            <a:endParaRPr sz="800">
              <a:solidFill>
                <a:schemeClr val="dk2"/>
              </a:solidFill>
              <a:latin typeface="Times New Roman"/>
              <a:ea typeface="Times New Roman"/>
              <a:cs typeface="Times New Roman"/>
              <a:sym typeface="Times New Roman"/>
            </a:endParaRPr>
          </a:p>
        </p:txBody>
      </p:sp>
      <p:sp>
        <p:nvSpPr>
          <p:cNvPr id="478" name="Google Shape;478;p16"/>
          <p:cNvSpPr txBox="1"/>
          <p:nvPr/>
        </p:nvSpPr>
        <p:spPr>
          <a:xfrm>
            <a:off x="733100" y="72817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Parry</a:t>
            </a:r>
            <a:endParaRPr sz="800">
              <a:solidFill>
                <a:schemeClr val="dk2"/>
              </a:solidFill>
              <a:latin typeface="Times New Roman"/>
              <a:ea typeface="Times New Roman"/>
              <a:cs typeface="Times New Roman"/>
              <a:sym typeface="Times New Roman"/>
            </a:endParaRPr>
          </a:p>
        </p:txBody>
      </p:sp>
      <p:sp>
        <p:nvSpPr>
          <p:cNvPr id="479" name="Google Shape;479;p16"/>
          <p:cNvSpPr txBox="1"/>
          <p:nvPr/>
        </p:nvSpPr>
        <p:spPr>
          <a:xfrm>
            <a:off x="733100" y="75085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Toughened</a:t>
            </a:r>
            <a:endParaRPr sz="800">
              <a:solidFill>
                <a:schemeClr val="dk2"/>
              </a:solidFill>
              <a:latin typeface="Times New Roman"/>
              <a:ea typeface="Times New Roman"/>
              <a:cs typeface="Times New Roman"/>
              <a:sym typeface="Times New Roman"/>
            </a:endParaRPr>
          </a:p>
        </p:txBody>
      </p:sp>
      <p:sp>
        <p:nvSpPr>
          <p:cNvPr id="480" name="Google Shape;480;p16"/>
          <p:cNvSpPr txBox="1"/>
          <p:nvPr/>
        </p:nvSpPr>
        <p:spPr>
          <a:xfrm>
            <a:off x="733100" y="77353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Second Wind</a:t>
            </a:r>
            <a:endParaRPr sz="800">
              <a:solidFill>
                <a:schemeClr val="dk2"/>
              </a:solidFill>
              <a:latin typeface="Times New Roman"/>
              <a:ea typeface="Times New Roman"/>
              <a:cs typeface="Times New Roman"/>
              <a:sym typeface="Times New Roman"/>
            </a:endParaRPr>
          </a:p>
        </p:txBody>
      </p:sp>
      <p:sp>
        <p:nvSpPr>
          <p:cNvPr id="481" name="Google Shape;481;p16"/>
          <p:cNvSpPr txBox="1"/>
          <p:nvPr/>
        </p:nvSpPr>
        <p:spPr>
          <a:xfrm>
            <a:off x="733100" y="83178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Enduring</a:t>
            </a:r>
            <a:endParaRPr sz="800">
              <a:solidFill>
                <a:schemeClr val="dk2"/>
              </a:solidFill>
              <a:latin typeface="Times New Roman"/>
              <a:ea typeface="Times New Roman"/>
              <a:cs typeface="Times New Roman"/>
              <a:sym typeface="Times New Roman"/>
            </a:endParaRPr>
          </a:p>
        </p:txBody>
      </p:sp>
      <p:sp>
        <p:nvSpPr>
          <p:cNvPr id="482" name="Google Shape;482;p16"/>
          <p:cNvSpPr txBox="1"/>
          <p:nvPr/>
        </p:nvSpPr>
        <p:spPr>
          <a:xfrm>
            <a:off x="733100" y="85321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Parry</a:t>
            </a:r>
            <a:endParaRPr sz="800">
              <a:solidFill>
                <a:schemeClr val="dk2"/>
              </a:solidFill>
              <a:latin typeface="Times New Roman"/>
              <a:ea typeface="Times New Roman"/>
              <a:cs typeface="Times New Roman"/>
              <a:sym typeface="Times New Roman"/>
            </a:endParaRPr>
          </a:p>
        </p:txBody>
      </p:sp>
      <p:sp>
        <p:nvSpPr>
          <p:cNvPr id="483" name="Google Shape;483;p16"/>
          <p:cNvSpPr txBox="1"/>
          <p:nvPr/>
        </p:nvSpPr>
        <p:spPr>
          <a:xfrm>
            <a:off x="733100" y="87465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Grit</a:t>
            </a:r>
            <a:endParaRPr sz="800">
              <a:solidFill>
                <a:schemeClr val="dk2"/>
              </a:solidFill>
              <a:latin typeface="Times New Roman"/>
              <a:ea typeface="Times New Roman"/>
              <a:cs typeface="Times New Roman"/>
              <a:sym typeface="Times New Roman"/>
            </a:endParaRPr>
          </a:p>
        </p:txBody>
      </p:sp>
      <p:sp>
        <p:nvSpPr>
          <p:cNvPr id="484" name="Google Shape;484;p16"/>
          <p:cNvSpPr txBox="1"/>
          <p:nvPr/>
        </p:nvSpPr>
        <p:spPr>
          <a:xfrm>
            <a:off x="733100" y="93060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Parry</a:t>
            </a:r>
            <a:endParaRPr sz="800">
              <a:solidFill>
                <a:schemeClr val="dk2"/>
              </a:solidFill>
              <a:latin typeface="Times New Roman"/>
              <a:ea typeface="Times New Roman"/>
              <a:cs typeface="Times New Roman"/>
              <a:sym typeface="Times New Roman"/>
            </a:endParaRPr>
          </a:p>
        </p:txBody>
      </p:sp>
      <p:sp>
        <p:nvSpPr>
          <p:cNvPr id="485" name="Google Shape;485;p16"/>
          <p:cNvSpPr txBox="1"/>
          <p:nvPr/>
        </p:nvSpPr>
        <p:spPr>
          <a:xfrm>
            <a:off x="733100" y="95171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Enduring</a:t>
            </a:r>
            <a:endParaRPr sz="800">
              <a:solidFill>
                <a:schemeClr val="dk2"/>
              </a:solidFill>
              <a:latin typeface="Times New Roman"/>
              <a:ea typeface="Times New Roman"/>
              <a:cs typeface="Times New Roman"/>
              <a:sym typeface="Times New Roman"/>
            </a:endParaRPr>
          </a:p>
        </p:txBody>
      </p:sp>
      <p:sp>
        <p:nvSpPr>
          <p:cNvPr id="486" name="Google Shape;486;p16"/>
          <p:cNvSpPr txBox="1"/>
          <p:nvPr/>
        </p:nvSpPr>
        <p:spPr>
          <a:xfrm>
            <a:off x="1935500" y="95171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5</a:t>
            </a:r>
            <a:endParaRPr sz="800">
              <a:solidFill>
                <a:schemeClr val="dk2"/>
              </a:solidFill>
              <a:latin typeface="Times New Roman"/>
              <a:ea typeface="Times New Roman"/>
              <a:cs typeface="Times New Roman"/>
              <a:sym typeface="Times New Roman"/>
            </a:endParaRPr>
          </a:p>
        </p:txBody>
      </p:sp>
      <p:sp>
        <p:nvSpPr>
          <p:cNvPr id="487" name="Google Shape;487;p16"/>
          <p:cNvSpPr txBox="1"/>
          <p:nvPr/>
        </p:nvSpPr>
        <p:spPr>
          <a:xfrm>
            <a:off x="2323700" y="95171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88" name="Google Shape;488;p16"/>
          <p:cNvSpPr txBox="1"/>
          <p:nvPr/>
        </p:nvSpPr>
        <p:spPr>
          <a:xfrm>
            <a:off x="1935500" y="930607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5</a:t>
            </a:r>
            <a:endParaRPr sz="800">
              <a:solidFill>
                <a:schemeClr val="dk2"/>
              </a:solidFill>
              <a:latin typeface="Times New Roman"/>
              <a:ea typeface="Times New Roman"/>
              <a:cs typeface="Times New Roman"/>
              <a:sym typeface="Times New Roman"/>
            </a:endParaRPr>
          </a:p>
        </p:txBody>
      </p:sp>
      <p:sp>
        <p:nvSpPr>
          <p:cNvPr id="489" name="Google Shape;489;p16"/>
          <p:cNvSpPr txBox="1"/>
          <p:nvPr/>
        </p:nvSpPr>
        <p:spPr>
          <a:xfrm>
            <a:off x="2323700" y="93060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90" name="Google Shape;490;p16"/>
          <p:cNvSpPr txBox="1"/>
          <p:nvPr/>
        </p:nvSpPr>
        <p:spPr>
          <a:xfrm>
            <a:off x="1935500" y="87465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4</a:t>
            </a:r>
            <a:endParaRPr sz="800">
              <a:solidFill>
                <a:schemeClr val="dk2"/>
              </a:solidFill>
              <a:latin typeface="Times New Roman"/>
              <a:ea typeface="Times New Roman"/>
              <a:cs typeface="Times New Roman"/>
              <a:sym typeface="Times New Roman"/>
            </a:endParaRPr>
          </a:p>
        </p:txBody>
      </p:sp>
      <p:sp>
        <p:nvSpPr>
          <p:cNvPr id="491" name="Google Shape;491;p16"/>
          <p:cNvSpPr txBox="1"/>
          <p:nvPr/>
        </p:nvSpPr>
        <p:spPr>
          <a:xfrm>
            <a:off x="2323700" y="87465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92" name="Google Shape;492;p16"/>
          <p:cNvSpPr txBox="1"/>
          <p:nvPr/>
        </p:nvSpPr>
        <p:spPr>
          <a:xfrm>
            <a:off x="1935500" y="853217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5</a:t>
            </a:r>
            <a:endParaRPr sz="800">
              <a:solidFill>
                <a:schemeClr val="dk2"/>
              </a:solidFill>
              <a:latin typeface="Times New Roman"/>
              <a:ea typeface="Times New Roman"/>
              <a:cs typeface="Times New Roman"/>
              <a:sym typeface="Times New Roman"/>
            </a:endParaRPr>
          </a:p>
        </p:txBody>
      </p:sp>
      <p:sp>
        <p:nvSpPr>
          <p:cNvPr id="493" name="Google Shape;493;p16"/>
          <p:cNvSpPr txBox="1"/>
          <p:nvPr/>
        </p:nvSpPr>
        <p:spPr>
          <a:xfrm>
            <a:off x="2323700" y="85321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94" name="Google Shape;494;p16"/>
          <p:cNvSpPr txBox="1"/>
          <p:nvPr/>
        </p:nvSpPr>
        <p:spPr>
          <a:xfrm>
            <a:off x="1935500" y="831785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5</a:t>
            </a:r>
            <a:endParaRPr sz="800">
              <a:solidFill>
                <a:schemeClr val="dk2"/>
              </a:solidFill>
              <a:latin typeface="Times New Roman"/>
              <a:ea typeface="Times New Roman"/>
              <a:cs typeface="Times New Roman"/>
              <a:sym typeface="Times New Roman"/>
            </a:endParaRPr>
          </a:p>
        </p:txBody>
      </p:sp>
      <p:sp>
        <p:nvSpPr>
          <p:cNvPr id="495" name="Google Shape;495;p16"/>
          <p:cNvSpPr txBox="1"/>
          <p:nvPr/>
        </p:nvSpPr>
        <p:spPr>
          <a:xfrm>
            <a:off x="2323700" y="83178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96" name="Google Shape;496;p16"/>
          <p:cNvSpPr txBox="1"/>
          <p:nvPr/>
        </p:nvSpPr>
        <p:spPr>
          <a:xfrm>
            <a:off x="1935500" y="77353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3</a:t>
            </a:r>
            <a:endParaRPr sz="800">
              <a:solidFill>
                <a:schemeClr val="dk2"/>
              </a:solidFill>
              <a:latin typeface="Times New Roman"/>
              <a:ea typeface="Times New Roman"/>
              <a:cs typeface="Times New Roman"/>
              <a:sym typeface="Times New Roman"/>
            </a:endParaRPr>
          </a:p>
        </p:txBody>
      </p:sp>
      <p:sp>
        <p:nvSpPr>
          <p:cNvPr id="497" name="Google Shape;497;p16"/>
          <p:cNvSpPr txBox="1"/>
          <p:nvPr/>
        </p:nvSpPr>
        <p:spPr>
          <a:xfrm>
            <a:off x="2323700" y="77353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498" name="Google Shape;498;p16"/>
          <p:cNvSpPr txBox="1"/>
          <p:nvPr/>
        </p:nvSpPr>
        <p:spPr>
          <a:xfrm>
            <a:off x="1935500" y="75085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3</a:t>
            </a:r>
            <a:endParaRPr sz="800">
              <a:solidFill>
                <a:schemeClr val="dk2"/>
              </a:solidFill>
              <a:latin typeface="Times New Roman"/>
              <a:ea typeface="Times New Roman"/>
              <a:cs typeface="Times New Roman"/>
              <a:sym typeface="Times New Roman"/>
            </a:endParaRPr>
          </a:p>
        </p:txBody>
      </p:sp>
      <p:sp>
        <p:nvSpPr>
          <p:cNvPr id="499" name="Google Shape;499;p16"/>
          <p:cNvSpPr txBox="1"/>
          <p:nvPr/>
        </p:nvSpPr>
        <p:spPr>
          <a:xfrm>
            <a:off x="2323700" y="75085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00" name="Google Shape;500;p16"/>
          <p:cNvSpPr txBox="1"/>
          <p:nvPr/>
        </p:nvSpPr>
        <p:spPr>
          <a:xfrm>
            <a:off x="1935500" y="72851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5</a:t>
            </a:r>
            <a:endParaRPr sz="800">
              <a:solidFill>
                <a:schemeClr val="dk2"/>
              </a:solidFill>
              <a:latin typeface="Times New Roman"/>
              <a:ea typeface="Times New Roman"/>
              <a:cs typeface="Times New Roman"/>
              <a:sym typeface="Times New Roman"/>
            </a:endParaRPr>
          </a:p>
        </p:txBody>
      </p:sp>
      <p:sp>
        <p:nvSpPr>
          <p:cNvPr id="501" name="Google Shape;501;p16"/>
          <p:cNvSpPr txBox="1"/>
          <p:nvPr/>
        </p:nvSpPr>
        <p:spPr>
          <a:xfrm>
            <a:off x="2323700" y="72817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02" name="Google Shape;502;p16"/>
          <p:cNvSpPr txBox="1"/>
          <p:nvPr/>
        </p:nvSpPr>
        <p:spPr>
          <a:xfrm>
            <a:off x="1935500" y="709117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No</a:t>
            </a:r>
            <a:endParaRPr sz="800">
              <a:solidFill>
                <a:schemeClr val="dk2"/>
              </a:solidFill>
              <a:latin typeface="Times New Roman"/>
              <a:ea typeface="Times New Roman"/>
              <a:cs typeface="Times New Roman"/>
              <a:sym typeface="Times New Roman"/>
            </a:endParaRPr>
          </a:p>
        </p:txBody>
      </p:sp>
      <p:sp>
        <p:nvSpPr>
          <p:cNvPr id="503" name="Google Shape;503;p16"/>
          <p:cNvSpPr txBox="1"/>
          <p:nvPr/>
        </p:nvSpPr>
        <p:spPr>
          <a:xfrm>
            <a:off x="2323700" y="70911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04" name="Google Shape;504;p16"/>
          <p:cNvSpPr txBox="1"/>
          <p:nvPr/>
        </p:nvSpPr>
        <p:spPr>
          <a:xfrm>
            <a:off x="1935500" y="651455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No</a:t>
            </a:r>
            <a:endParaRPr sz="800">
              <a:solidFill>
                <a:schemeClr val="dk2"/>
              </a:solidFill>
              <a:latin typeface="Times New Roman"/>
              <a:ea typeface="Times New Roman"/>
              <a:cs typeface="Times New Roman"/>
              <a:sym typeface="Times New Roman"/>
            </a:endParaRPr>
          </a:p>
        </p:txBody>
      </p:sp>
      <p:sp>
        <p:nvSpPr>
          <p:cNvPr id="505" name="Google Shape;505;p16"/>
          <p:cNvSpPr txBox="1"/>
          <p:nvPr/>
        </p:nvSpPr>
        <p:spPr>
          <a:xfrm>
            <a:off x="2323700" y="65145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06" name="Google Shape;506;p16"/>
          <p:cNvSpPr txBox="1"/>
          <p:nvPr/>
        </p:nvSpPr>
        <p:spPr>
          <a:xfrm>
            <a:off x="1935500" y="628427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4</a:t>
            </a:r>
            <a:endParaRPr sz="800">
              <a:solidFill>
                <a:schemeClr val="dk2"/>
              </a:solidFill>
              <a:latin typeface="Times New Roman"/>
              <a:ea typeface="Times New Roman"/>
              <a:cs typeface="Times New Roman"/>
              <a:sym typeface="Times New Roman"/>
            </a:endParaRPr>
          </a:p>
        </p:txBody>
      </p:sp>
      <p:sp>
        <p:nvSpPr>
          <p:cNvPr id="507" name="Google Shape;507;p16"/>
          <p:cNvSpPr txBox="1"/>
          <p:nvPr/>
        </p:nvSpPr>
        <p:spPr>
          <a:xfrm>
            <a:off x="2323700" y="62842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08" name="Google Shape;508;p16"/>
          <p:cNvSpPr txBox="1"/>
          <p:nvPr/>
        </p:nvSpPr>
        <p:spPr>
          <a:xfrm>
            <a:off x="1935500" y="60540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2</a:t>
            </a:r>
            <a:endParaRPr sz="800">
              <a:solidFill>
                <a:schemeClr val="dk2"/>
              </a:solidFill>
              <a:latin typeface="Times New Roman"/>
              <a:ea typeface="Times New Roman"/>
              <a:cs typeface="Times New Roman"/>
              <a:sym typeface="Times New Roman"/>
            </a:endParaRPr>
          </a:p>
        </p:txBody>
      </p:sp>
      <p:sp>
        <p:nvSpPr>
          <p:cNvPr id="509" name="Google Shape;509;p16"/>
          <p:cNvSpPr txBox="1"/>
          <p:nvPr/>
        </p:nvSpPr>
        <p:spPr>
          <a:xfrm>
            <a:off x="2323700" y="60540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10" name="Google Shape;510;p16"/>
          <p:cNvSpPr txBox="1"/>
          <p:nvPr/>
        </p:nvSpPr>
        <p:spPr>
          <a:xfrm>
            <a:off x="1935500" y="582987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3</a:t>
            </a:r>
            <a:endParaRPr sz="800">
              <a:solidFill>
                <a:schemeClr val="dk2"/>
              </a:solidFill>
              <a:latin typeface="Times New Roman"/>
              <a:ea typeface="Times New Roman"/>
              <a:cs typeface="Times New Roman"/>
              <a:sym typeface="Times New Roman"/>
            </a:endParaRPr>
          </a:p>
        </p:txBody>
      </p:sp>
      <p:sp>
        <p:nvSpPr>
          <p:cNvPr id="511" name="Google Shape;511;p16"/>
          <p:cNvSpPr txBox="1"/>
          <p:nvPr/>
        </p:nvSpPr>
        <p:spPr>
          <a:xfrm>
            <a:off x="2323700" y="58298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12" name="Google Shape;512;p16"/>
          <p:cNvSpPr txBox="1"/>
          <p:nvPr/>
        </p:nvSpPr>
        <p:spPr>
          <a:xfrm>
            <a:off x="1935500" y="560575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3</a:t>
            </a:r>
            <a:endParaRPr sz="800">
              <a:solidFill>
                <a:schemeClr val="dk2"/>
              </a:solidFill>
              <a:latin typeface="Times New Roman"/>
              <a:ea typeface="Times New Roman"/>
              <a:cs typeface="Times New Roman"/>
              <a:sym typeface="Times New Roman"/>
            </a:endParaRPr>
          </a:p>
        </p:txBody>
      </p:sp>
      <p:sp>
        <p:nvSpPr>
          <p:cNvPr id="513" name="Google Shape;513;p16"/>
          <p:cNvSpPr txBox="1"/>
          <p:nvPr/>
        </p:nvSpPr>
        <p:spPr>
          <a:xfrm>
            <a:off x="2323700" y="56057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14" name="Google Shape;514;p16"/>
          <p:cNvSpPr txBox="1"/>
          <p:nvPr/>
        </p:nvSpPr>
        <p:spPr>
          <a:xfrm>
            <a:off x="1935500" y="53878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5</a:t>
            </a:r>
            <a:endParaRPr sz="800">
              <a:solidFill>
                <a:schemeClr val="dk2"/>
              </a:solidFill>
              <a:latin typeface="Times New Roman"/>
              <a:ea typeface="Times New Roman"/>
              <a:cs typeface="Times New Roman"/>
              <a:sym typeface="Times New Roman"/>
            </a:endParaRPr>
          </a:p>
        </p:txBody>
      </p:sp>
      <p:sp>
        <p:nvSpPr>
          <p:cNvPr id="515" name="Google Shape;515;p16"/>
          <p:cNvSpPr txBox="1"/>
          <p:nvPr/>
        </p:nvSpPr>
        <p:spPr>
          <a:xfrm>
            <a:off x="2323700" y="53878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16" name="Google Shape;516;p16"/>
          <p:cNvSpPr txBox="1"/>
          <p:nvPr/>
        </p:nvSpPr>
        <p:spPr>
          <a:xfrm>
            <a:off x="1935500" y="517682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No</a:t>
            </a:r>
            <a:endParaRPr sz="800">
              <a:solidFill>
                <a:schemeClr val="dk2"/>
              </a:solidFill>
              <a:latin typeface="Times New Roman"/>
              <a:ea typeface="Times New Roman"/>
              <a:cs typeface="Times New Roman"/>
              <a:sym typeface="Times New Roman"/>
            </a:endParaRPr>
          </a:p>
        </p:txBody>
      </p:sp>
      <p:sp>
        <p:nvSpPr>
          <p:cNvPr id="517" name="Google Shape;517;p16"/>
          <p:cNvSpPr txBox="1"/>
          <p:nvPr/>
        </p:nvSpPr>
        <p:spPr>
          <a:xfrm>
            <a:off x="2323700" y="51754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18" name="Google Shape;518;p16"/>
          <p:cNvSpPr txBox="1"/>
          <p:nvPr/>
        </p:nvSpPr>
        <p:spPr>
          <a:xfrm>
            <a:off x="1935500" y="49519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No</a:t>
            </a:r>
            <a:endParaRPr sz="800">
              <a:solidFill>
                <a:schemeClr val="dk2"/>
              </a:solidFill>
              <a:latin typeface="Times New Roman"/>
              <a:ea typeface="Times New Roman"/>
              <a:cs typeface="Times New Roman"/>
              <a:sym typeface="Times New Roman"/>
            </a:endParaRPr>
          </a:p>
        </p:txBody>
      </p:sp>
      <p:sp>
        <p:nvSpPr>
          <p:cNvPr id="519" name="Google Shape;519;p16"/>
          <p:cNvSpPr txBox="1"/>
          <p:nvPr/>
        </p:nvSpPr>
        <p:spPr>
          <a:xfrm>
            <a:off x="2323700" y="49519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61</a:t>
            </a:r>
            <a:endParaRPr sz="800">
              <a:solidFill>
                <a:schemeClr val="dk2"/>
              </a:solidFill>
              <a:latin typeface="Times New Roman"/>
              <a:ea typeface="Times New Roman"/>
              <a:cs typeface="Times New Roman"/>
              <a:sym typeface="Times New Roman"/>
            </a:endParaRPr>
          </a:p>
        </p:txBody>
      </p:sp>
      <p:sp>
        <p:nvSpPr>
          <p:cNvPr id="520" name="Google Shape;520;p16"/>
          <p:cNvSpPr txBox="1"/>
          <p:nvPr/>
        </p:nvSpPr>
        <p:spPr>
          <a:xfrm>
            <a:off x="1935500" y="43780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21" name="Google Shape;521;p16"/>
          <p:cNvSpPr txBox="1"/>
          <p:nvPr/>
        </p:nvSpPr>
        <p:spPr>
          <a:xfrm>
            <a:off x="2323700" y="43780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22" name="Google Shape;522;p16"/>
          <p:cNvSpPr txBox="1"/>
          <p:nvPr/>
        </p:nvSpPr>
        <p:spPr>
          <a:xfrm>
            <a:off x="1935500" y="41512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23" name="Google Shape;523;p16"/>
          <p:cNvSpPr txBox="1"/>
          <p:nvPr/>
        </p:nvSpPr>
        <p:spPr>
          <a:xfrm>
            <a:off x="2323700" y="41512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24" name="Google Shape;524;p16"/>
          <p:cNvSpPr txBox="1"/>
          <p:nvPr/>
        </p:nvSpPr>
        <p:spPr>
          <a:xfrm>
            <a:off x="1935500" y="392922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25" name="Google Shape;525;p16"/>
          <p:cNvSpPr txBox="1"/>
          <p:nvPr/>
        </p:nvSpPr>
        <p:spPr>
          <a:xfrm>
            <a:off x="2323700" y="39244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26" name="Google Shape;526;p16"/>
          <p:cNvSpPr txBox="1"/>
          <p:nvPr/>
        </p:nvSpPr>
        <p:spPr>
          <a:xfrm>
            <a:off x="1935500" y="37072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27" name="Google Shape;527;p16"/>
          <p:cNvSpPr txBox="1"/>
          <p:nvPr/>
        </p:nvSpPr>
        <p:spPr>
          <a:xfrm>
            <a:off x="2323700" y="37072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28" name="Google Shape;528;p16"/>
          <p:cNvSpPr txBox="1"/>
          <p:nvPr/>
        </p:nvSpPr>
        <p:spPr>
          <a:xfrm>
            <a:off x="1935500" y="3484838"/>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4</a:t>
            </a:r>
            <a:endParaRPr sz="800">
              <a:solidFill>
                <a:schemeClr val="dk2"/>
              </a:solidFill>
              <a:latin typeface="Times New Roman"/>
              <a:ea typeface="Times New Roman"/>
              <a:cs typeface="Times New Roman"/>
              <a:sym typeface="Times New Roman"/>
            </a:endParaRPr>
          </a:p>
        </p:txBody>
      </p:sp>
      <p:sp>
        <p:nvSpPr>
          <p:cNvPr id="529" name="Google Shape;529;p16"/>
          <p:cNvSpPr txBox="1"/>
          <p:nvPr/>
        </p:nvSpPr>
        <p:spPr>
          <a:xfrm>
            <a:off x="2323700" y="34899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30" name="Google Shape;530;p16"/>
          <p:cNvSpPr txBox="1"/>
          <p:nvPr/>
        </p:nvSpPr>
        <p:spPr>
          <a:xfrm>
            <a:off x="1935500" y="32671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No</a:t>
            </a:r>
            <a:endParaRPr sz="800">
              <a:solidFill>
                <a:schemeClr val="dk2"/>
              </a:solidFill>
              <a:latin typeface="Times New Roman"/>
              <a:ea typeface="Times New Roman"/>
              <a:cs typeface="Times New Roman"/>
              <a:sym typeface="Times New Roman"/>
            </a:endParaRPr>
          </a:p>
        </p:txBody>
      </p:sp>
      <p:sp>
        <p:nvSpPr>
          <p:cNvPr id="531" name="Google Shape;531;p16"/>
          <p:cNvSpPr txBox="1"/>
          <p:nvPr/>
        </p:nvSpPr>
        <p:spPr>
          <a:xfrm>
            <a:off x="2323700" y="32727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32" name="Google Shape;532;p16"/>
          <p:cNvSpPr txBox="1"/>
          <p:nvPr/>
        </p:nvSpPr>
        <p:spPr>
          <a:xfrm>
            <a:off x="1935500" y="304452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1</a:t>
            </a:r>
            <a:endParaRPr sz="800">
              <a:solidFill>
                <a:schemeClr val="dk2"/>
              </a:solidFill>
              <a:latin typeface="Times New Roman"/>
              <a:ea typeface="Times New Roman"/>
              <a:cs typeface="Times New Roman"/>
              <a:sym typeface="Times New Roman"/>
            </a:endParaRPr>
          </a:p>
        </p:txBody>
      </p:sp>
      <p:sp>
        <p:nvSpPr>
          <p:cNvPr id="533" name="Google Shape;533;p16"/>
          <p:cNvSpPr txBox="1"/>
          <p:nvPr/>
        </p:nvSpPr>
        <p:spPr>
          <a:xfrm>
            <a:off x="2323700" y="30554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34" name="Google Shape;534;p16"/>
          <p:cNvSpPr txBox="1"/>
          <p:nvPr/>
        </p:nvSpPr>
        <p:spPr>
          <a:xfrm>
            <a:off x="1935500" y="2821313"/>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3</a:t>
            </a:r>
            <a:endParaRPr sz="800">
              <a:solidFill>
                <a:schemeClr val="dk2"/>
              </a:solidFill>
              <a:latin typeface="Times New Roman"/>
              <a:ea typeface="Times New Roman"/>
              <a:cs typeface="Times New Roman"/>
              <a:sym typeface="Times New Roman"/>
            </a:endParaRPr>
          </a:p>
        </p:txBody>
      </p:sp>
      <p:sp>
        <p:nvSpPr>
          <p:cNvPr id="535" name="Google Shape;535;p16"/>
          <p:cNvSpPr txBox="1"/>
          <p:nvPr/>
        </p:nvSpPr>
        <p:spPr>
          <a:xfrm>
            <a:off x="2323700" y="28219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36" name="Google Shape;536;p16"/>
          <p:cNvSpPr txBox="1"/>
          <p:nvPr/>
        </p:nvSpPr>
        <p:spPr>
          <a:xfrm>
            <a:off x="1935500" y="2598113"/>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No</a:t>
            </a:r>
            <a:endParaRPr sz="800">
              <a:solidFill>
                <a:schemeClr val="dk2"/>
              </a:solidFill>
              <a:latin typeface="Times New Roman"/>
              <a:ea typeface="Times New Roman"/>
              <a:cs typeface="Times New Roman"/>
              <a:sym typeface="Times New Roman"/>
            </a:endParaRPr>
          </a:p>
        </p:txBody>
      </p:sp>
      <p:sp>
        <p:nvSpPr>
          <p:cNvPr id="537" name="Google Shape;537;p16"/>
          <p:cNvSpPr txBox="1"/>
          <p:nvPr/>
        </p:nvSpPr>
        <p:spPr>
          <a:xfrm>
            <a:off x="2323700" y="2601838"/>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38" name="Google Shape;538;p16"/>
          <p:cNvSpPr txBox="1"/>
          <p:nvPr/>
        </p:nvSpPr>
        <p:spPr>
          <a:xfrm>
            <a:off x="1935500" y="23814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2</a:t>
            </a:r>
            <a:endParaRPr sz="800">
              <a:solidFill>
                <a:schemeClr val="dk2"/>
              </a:solidFill>
              <a:latin typeface="Times New Roman"/>
              <a:ea typeface="Times New Roman"/>
              <a:cs typeface="Times New Roman"/>
              <a:sym typeface="Times New Roman"/>
            </a:endParaRPr>
          </a:p>
        </p:txBody>
      </p:sp>
      <p:sp>
        <p:nvSpPr>
          <p:cNvPr id="539" name="Google Shape;539;p16"/>
          <p:cNvSpPr txBox="1"/>
          <p:nvPr/>
        </p:nvSpPr>
        <p:spPr>
          <a:xfrm>
            <a:off x="2323700" y="2381738"/>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40" name="Google Shape;540;p16"/>
          <p:cNvSpPr txBox="1"/>
          <p:nvPr/>
        </p:nvSpPr>
        <p:spPr>
          <a:xfrm>
            <a:off x="1935500" y="2161138"/>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3</a:t>
            </a:r>
            <a:endParaRPr sz="800">
              <a:solidFill>
                <a:schemeClr val="dk2"/>
              </a:solidFill>
              <a:latin typeface="Times New Roman"/>
              <a:ea typeface="Times New Roman"/>
              <a:cs typeface="Times New Roman"/>
              <a:sym typeface="Times New Roman"/>
            </a:endParaRPr>
          </a:p>
        </p:txBody>
      </p:sp>
      <p:sp>
        <p:nvSpPr>
          <p:cNvPr id="541" name="Google Shape;541;p16"/>
          <p:cNvSpPr txBox="1"/>
          <p:nvPr/>
        </p:nvSpPr>
        <p:spPr>
          <a:xfrm>
            <a:off x="2323700" y="21616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42" name="Google Shape;542;p16"/>
          <p:cNvSpPr txBox="1"/>
          <p:nvPr/>
        </p:nvSpPr>
        <p:spPr>
          <a:xfrm>
            <a:off x="1935500" y="194055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5</a:t>
            </a:r>
            <a:endParaRPr sz="800">
              <a:solidFill>
                <a:schemeClr val="dk2"/>
              </a:solidFill>
              <a:latin typeface="Times New Roman"/>
              <a:ea typeface="Times New Roman"/>
              <a:cs typeface="Times New Roman"/>
              <a:sym typeface="Times New Roman"/>
            </a:endParaRPr>
          </a:p>
        </p:txBody>
      </p:sp>
      <p:sp>
        <p:nvSpPr>
          <p:cNvPr id="543" name="Google Shape;543;p16"/>
          <p:cNvSpPr txBox="1"/>
          <p:nvPr/>
        </p:nvSpPr>
        <p:spPr>
          <a:xfrm>
            <a:off x="2323700" y="194155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74</a:t>
            </a:r>
            <a:endParaRPr sz="800">
              <a:solidFill>
                <a:schemeClr val="dk2"/>
              </a:solidFill>
              <a:latin typeface="Times New Roman"/>
              <a:ea typeface="Times New Roman"/>
              <a:cs typeface="Times New Roman"/>
              <a:sym typeface="Times New Roman"/>
            </a:endParaRPr>
          </a:p>
        </p:txBody>
      </p:sp>
      <p:sp>
        <p:nvSpPr>
          <p:cNvPr id="544" name="Google Shape;544;p16"/>
          <p:cNvSpPr txBox="1"/>
          <p:nvPr/>
        </p:nvSpPr>
        <p:spPr>
          <a:xfrm>
            <a:off x="1935500" y="1719950"/>
            <a:ext cx="388200" cy="188400"/>
          </a:xfrm>
          <a:prstGeom prst="rect">
            <a:avLst/>
          </a:prstGeom>
          <a:noFill/>
          <a:ln cap="flat" cmpd="sng" w="9525">
            <a:solidFill>
              <a:schemeClr val="dk1"/>
            </a:solidFill>
            <a:prstDash val="solid"/>
            <a:round/>
            <a:headEnd len="sm" w="sm" type="none"/>
            <a:tailEnd len="sm" w="sm" type="none"/>
          </a:ln>
        </p:spPr>
        <p:txBody>
          <a:bodyPr anchorCtr="0" anchor="ctr" bIns="18275" lIns="91425" spcFirstLastPara="1" rIns="91425" wrap="square" tIns="1827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1</a:t>
            </a:r>
            <a:endParaRPr sz="800">
              <a:solidFill>
                <a:schemeClr val="dk2"/>
              </a:solidFill>
              <a:latin typeface="Times New Roman"/>
              <a:ea typeface="Times New Roman"/>
              <a:cs typeface="Times New Roman"/>
              <a:sym typeface="Times New Roman"/>
            </a:endParaRPr>
          </a:p>
        </p:txBody>
      </p:sp>
      <p:sp>
        <p:nvSpPr>
          <p:cNvPr id="545" name="Google Shape;545;p16"/>
          <p:cNvSpPr txBox="1"/>
          <p:nvPr/>
        </p:nvSpPr>
        <p:spPr>
          <a:xfrm>
            <a:off x="2323700" y="1719950"/>
            <a:ext cx="388200" cy="188400"/>
          </a:xfrm>
          <a:prstGeom prst="rect">
            <a:avLst/>
          </a:prstGeom>
          <a:noFill/>
          <a:ln cap="flat" cmpd="sng" w="9525">
            <a:solidFill>
              <a:schemeClr val="dk1"/>
            </a:solidFill>
            <a:prstDash val="solid"/>
            <a:round/>
            <a:headEnd len="sm" w="sm" type="none"/>
            <a:tailEnd len="sm" w="sm" type="none"/>
          </a:ln>
        </p:spPr>
        <p:txBody>
          <a:bodyPr anchorCtr="0" anchor="ctr" bIns="18275" lIns="91425" spcFirstLastPara="1" rIns="91425" wrap="square" tIns="1827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73</a:t>
            </a:r>
            <a:endParaRPr sz="800">
              <a:solidFill>
                <a:schemeClr val="dk2"/>
              </a:solidFill>
              <a:latin typeface="Times New Roman"/>
              <a:ea typeface="Times New Roman"/>
              <a:cs typeface="Times New Roman"/>
              <a:sym typeface="Times New Roman"/>
            </a:endParaRPr>
          </a:p>
        </p:txBody>
      </p:sp>
      <p:sp>
        <p:nvSpPr>
          <p:cNvPr id="546" name="Google Shape;546;p16"/>
          <p:cNvSpPr txBox="1"/>
          <p:nvPr/>
        </p:nvSpPr>
        <p:spPr>
          <a:xfrm>
            <a:off x="2711900" y="173285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Reduces any Critical Injury result they suffer by 10 per rank of Durable, to a minimum of 01.</a:t>
            </a:r>
            <a:endParaRPr sz="800">
              <a:solidFill>
                <a:schemeClr val="dk2"/>
              </a:solidFill>
              <a:latin typeface="Times New Roman"/>
              <a:ea typeface="Times New Roman"/>
              <a:cs typeface="Times New Roman"/>
              <a:sym typeface="Times New Roman"/>
            </a:endParaRPr>
          </a:p>
        </p:txBody>
      </p:sp>
      <p:sp>
        <p:nvSpPr>
          <p:cNvPr id="547" name="Google Shape;547;p16"/>
          <p:cNvSpPr txBox="1"/>
          <p:nvPr/>
        </p:nvSpPr>
        <p:spPr>
          <a:xfrm>
            <a:off x="2711900" y="194725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After damage before soak, suffer 2 strain to use this talent to reduce the damage of the hit by two plus their ranks in Parry</a:t>
            </a:r>
            <a:endParaRPr sz="800">
              <a:solidFill>
                <a:schemeClr val="dk2"/>
              </a:solidFill>
              <a:latin typeface="Times New Roman"/>
              <a:ea typeface="Times New Roman"/>
              <a:cs typeface="Times New Roman"/>
              <a:sym typeface="Times New Roman"/>
            </a:endParaRPr>
          </a:p>
        </p:txBody>
      </p:sp>
      <p:sp>
        <p:nvSpPr>
          <p:cNvPr id="548" name="Google Shape;548;p16"/>
          <p:cNvSpPr txBox="1"/>
          <p:nvPr/>
        </p:nvSpPr>
        <p:spPr>
          <a:xfrm>
            <a:off x="2711900" y="216735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Each rank of Toughened increases your character’s wound threshold by two. </a:t>
            </a:r>
            <a:endParaRPr sz="800">
              <a:solidFill>
                <a:schemeClr val="dk2"/>
              </a:solidFill>
              <a:latin typeface="Times New Roman"/>
              <a:ea typeface="Times New Roman"/>
              <a:cs typeface="Times New Roman"/>
              <a:sym typeface="Times New Roman"/>
            </a:endParaRPr>
          </a:p>
        </p:txBody>
      </p:sp>
      <p:sp>
        <p:nvSpPr>
          <p:cNvPr id="549" name="Google Shape;549;p16"/>
          <p:cNvSpPr txBox="1"/>
          <p:nvPr/>
        </p:nvSpPr>
        <p:spPr>
          <a:xfrm>
            <a:off x="2711900" y="238460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Your character increases their encumbrance threshold by two per rank of Well Organized. </a:t>
            </a:r>
            <a:endParaRPr sz="800">
              <a:solidFill>
                <a:schemeClr val="dk2"/>
              </a:solidFill>
              <a:latin typeface="Times New Roman"/>
              <a:ea typeface="Times New Roman"/>
              <a:cs typeface="Times New Roman"/>
              <a:sym typeface="Times New Roman"/>
            </a:endParaRPr>
          </a:p>
        </p:txBody>
      </p:sp>
      <p:sp>
        <p:nvSpPr>
          <p:cNvPr id="550" name="Google Shape;550;p16"/>
          <p:cNvSpPr txBox="1"/>
          <p:nvPr/>
        </p:nvSpPr>
        <p:spPr>
          <a:xfrm>
            <a:off x="2711900" y="2603275"/>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Your character removes a single Black die added to their combat checks due to use of the Aim maneuver.</a:t>
            </a:r>
            <a:endParaRPr sz="800">
              <a:solidFill>
                <a:schemeClr val="dk2"/>
              </a:solidFill>
              <a:latin typeface="Times New Roman"/>
              <a:ea typeface="Times New Roman"/>
              <a:cs typeface="Times New Roman"/>
              <a:sym typeface="Times New Roman"/>
            </a:endParaRPr>
          </a:p>
        </p:txBody>
      </p:sp>
      <p:sp>
        <p:nvSpPr>
          <p:cNvPr id="551" name="Google Shape;551;p16"/>
          <p:cNvSpPr txBox="1"/>
          <p:nvPr/>
        </p:nvSpPr>
        <p:spPr>
          <a:xfrm>
            <a:off x="2711900" y="2827225"/>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Once per encounter, your character may use this talent to heal an amount of strain equal to their ranks in Second Wind.</a:t>
            </a:r>
            <a:endParaRPr sz="800">
              <a:solidFill>
                <a:schemeClr val="dk2"/>
              </a:solidFill>
              <a:latin typeface="Times New Roman"/>
              <a:ea typeface="Times New Roman"/>
              <a:cs typeface="Times New Roman"/>
              <a:sym typeface="Times New Roman"/>
            </a:endParaRPr>
          </a:p>
        </p:txBody>
      </p:sp>
      <p:sp>
        <p:nvSpPr>
          <p:cNvPr id="552" name="Google Shape;552;p16"/>
          <p:cNvSpPr txBox="1"/>
          <p:nvPr/>
        </p:nvSpPr>
        <p:spPr>
          <a:xfrm>
            <a:off x="2711900" y="3051175"/>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600">
                <a:solidFill>
                  <a:schemeClr val="dk2"/>
                </a:solidFill>
                <a:latin typeface="Times New Roman"/>
                <a:ea typeface="Times New Roman"/>
                <a:cs typeface="Times New Roman"/>
                <a:sym typeface="Times New Roman"/>
              </a:rPr>
              <a:t>Once per round on your turn, use this talent to draw or holster an easily accessible weapon or item as an incidental. Quick Draw also reduces a weapon’s Prepare rating by one, to a minimum of one. You should use this talent in all settings.</a:t>
            </a:r>
            <a:endParaRPr sz="600">
              <a:solidFill>
                <a:schemeClr val="dk2"/>
              </a:solidFill>
              <a:latin typeface="Times New Roman"/>
              <a:ea typeface="Times New Roman"/>
              <a:cs typeface="Times New Roman"/>
              <a:sym typeface="Times New Roman"/>
            </a:endParaRPr>
          </a:p>
        </p:txBody>
      </p:sp>
      <p:sp>
        <p:nvSpPr>
          <p:cNvPr id="553" name="Google Shape;553;p16"/>
          <p:cNvSpPr txBox="1"/>
          <p:nvPr/>
        </p:nvSpPr>
        <p:spPr>
          <a:xfrm>
            <a:off x="2711900" y="32705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Heal an additional 2 strain at the end of an encounter if strain is at over ½ of </a:t>
            </a:r>
            <a:r>
              <a:rPr lang="en" sz="800">
                <a:solidFill>
                  <a:schemeClr val="dk2"/>
                </a:solidFill>
                <a:latin typeface="Times New Roman"/>
                <a:ea typeface="Times New Roman"/>
                <a:cs typeface="Times New Roman"/>
                <a:sym typeface="Times New Roman"/>
              </a:rPr>
              <a:t>threshold</a:t>
            </a:r>
            <a:r>
              <a:rPr lang="en" sz="800">
                <a:solidFill>
                  <a:schemeClr val="dk2"/>
                </a:solidFill>
                <a:latin typeface="Times New Roman"/>
                <a:ea typeface="Times New Roman"/>
                <a:cs typeface="Times New Roman"/>
                <a:sym typeface="Times New Roman"/>
              </a:rPr>
              <a:t>.</a:t>
            </a:r>
            <a:endParaRPr sz="800">
              <a:solidFill>
                <a:schemeClr val="dk2"/>
              </a:solidFill>
              <a:latin typeface="Times New Roman"/>
              <a:ea typeface="Times New Roman"/>
              <a:cs typeface="Times New Roman"/>
              <a:sym typeface="Times New Roman"/>
            </a:endParaRPr>
          </a:p>
        </p:txBody>
      </p:sp>
      <p:sp>
        <p:nvSpPr>
          <p:cNvPr id="554" name="Google Shape;554;p16"/>
          <p:cNvSpPr txBox="1"/>
          <p:nvPr/>
        </p:nvSpPr>
        <p:spPr>
          <a:xfrm>
            <a:off x="2711900" y="3489938"/>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Increases Strain Threshold by 1 per level</a:t>
            </a:r>
            <a:endParaRPr sz="800">
              <a:solidFill>
                <a:schemeClr val="dk2"/>
              </a:solidFill>
              <a:latin typeface="Times New Roman"/>
              <a:ea typeface="Times New Roman"/>
              <a:cs typeface="Times New Roman"/>
              <a:sym typeface="Times New Roman"/>
            </a:endParaRPr>
          </a:p>
        </p:txBody>
      </p:sp>
      <p:sp>
        <p:nvSpPr>
          <p:cNvPr id="555" name="Google Shape;555;p16"/>
          <p:cNvSpPr txBox="1"/>
          <p:nvPr/>
        </p:nvSpPr>
        <p:spPr>
          <a:xfrm>
            <a:off x="2711900" y="370931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56" name="Google Shape;556;p16"/>
          <p:cNvSpPr txBox="1"/>
          <p:nvPr/>
        </p:nvSpPr>
        <p:spPr>
          <a:xfrm>
            <a:off x="2711900" y="392921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57" name="Google Shape;557;p16"/>
          <p:cNvSpPr txBox="1"/>
          <p:nvPr/>
        </p:nvSpPr>
        <p:spPr>
          <a:xfrm>
            <a:off x="2711900" y="414911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58" name="Google Shape;558;p16"/>
          <p:cNvSpPr txBox="1"/>
          <p:nvPr/>
        </p:nvSpPr>
        <p:spPr>
          <a:xfrm>
            <a:off x="2711900" y="436901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59" name="Google Shape;559;p16"/>
          <p:cNvSpPr txBox="1"/>
          <p:nvPr/>
        </p:nvSpPr>
        <p:spPr>
          <a:xfrm>
            <a:off x="2711900" y="495920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1100"/>
              <a:buNone/>
            </a:pPr>
            <a:r>
              <a:rPr lang="en" sz="800">
                <a:solidFill>
                  <a:schemeClr val="dk2"/>
                </a:solidFill>
                <a:latin typeface="Times New Roman"/>
                <a:ea typeface="Times New Roman"/>
                <a:cs typeface="Times New Roman"/>
                <a:sym typeface="Times New Roman"/>
              </a:rPr>
              <a:t>Use Parry for an ally.</a:t>
            </a:r>
            <a:endParaRPr sz="800">
              <a:solidFill>
                <a:schemeClr val="dk2"/>
              </a:solidFill>
              <a:latin typeface="Times New Roman"/>
              <a:ea typeface="Times New Roman"/>
              <a:cs typeface="Times New Roman"/>
              <a:sym typeface="Times New Roman"/>
            </a:endParaRPr>
          </a:p>
        </p:txBody>
      </p:sp>
      <p:sp>
        <p:nvSpPr>
          <p:cNvPr id="560" name="Google Shape;560;p16"/>
          <p:cNvSpPr txBox="1"/>
          <p:nvPr/>
        </p:nvSpPr>
        <p:spPr>
          <a:xfrm>
            <a:off x="2711900" y="516985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Allows for use of the “Parry” skill to be used on ranged attacks</a:t>
            </a:r>
            <a:endParaRPr sz="800">
              <a:solidFill>
                <a:schemeClr val="dk2"/>
              </a:solidFill>
              <a:latin typeface="Times New Roman"/>
              <a:ea typeface="Times New Roman"/>
              <a:cs typeface="Times New Roman"/>
              <a:sym typeface="Times New Roman"/>
            </a:endParaRPr>
          </a:p>
        </p:txBody>
      </p:sp>
      <p:sp>
        <p:nvSpPr>
          <p:cNvPr id="561" name="Google Shape;561;p16"/>
          <p:cNvSpPr txBox="1"/>
          <p:nvPr/>
        </p:nvSpPr>
        <p:spPr>
          <a:xfrm>
            <a:off x="2711900" y="539060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After damage before soak, suffer 2 strain to use this talent to reduce the damage of the hit by two plus their ranks in Parry</a:t>
            </a:r>
            <a:endParaRPr sz="800">
              <a:solidFill>
                <a:schemeClr val="dk2"/>
              </a:solidFill>
              <a:latin typeface="Times New Roman"/>
              <a:ea typeface="Times New Roman"/>
              <a:cs typeface="Times New Roman"/>
              <a:sym typeface="Times New Roman"/>
            </a:endParaRPr>
          </a:p>
        </p:txBody>
      </p:sp>
      <p:sp>
        <p:nvSpPr>
          <p:cNvPr id="562" name="Google Shape;562;p16"/>
          <p:cNvSpPr txBox="1"/>
          <p:nvPr/>
        </p:nvSpPr>
        <p:spPr>
          <a:xfrm>
            <a:off x="2711900" y="5608838"/>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Each rank of Toughened increases your character’s wound threshold by two. </a:t>
            </a:r>
            <a:endParaRPr sz="800">
              <a:solidFill>
                <a:schemeClr val="dk2"/>
              </a:solidFill>
              <a:latin typeface="Times New Roman"/>
              <a:ea typeface="Times New Roman"/>
              <a:cs typeface="Times New Roman"/>
              <a:sym typeface="Times New Roman"/>
            </a:endParaRPr>
          </a:p>
        </p:txBody>
      </p:sp>
      <p:sp>
        <p:nvSpPr>
          <p:cNvPr id="563" name="Google Shape;563;p16"/>
          <p:cNvSpPr txBox="1"/>
          <p:nvPr/>
        </p:nvSpPr>
        <p:spPr>
          <a:xfrm>
            <a:off x="2711900" y="5829875"/>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Once per encounter, your character may use this talent to heal an amount of strain equal to their ranks in Second Wind.</a:t>
            </a:r>
            <a:endParaRPr sz="800">
              <a:solidFill>
                <a:schemeClr val="dk2"/>
              </a:solidFill>
              <a:latin typeface="Times New Roman"/>
              <a:ea typeface="Times New Roman"/>
              <a:cs typeface="Times New Roman"/>
              <a:sym typeface="Times New Roman"/>
            </a:endParaRPr>
          </a:p>
        </p:txBody>
      </p:sp>
      <p:sp>
        <p:nvSpPr>
          <p:cNvPr id="564" name="Google Shape;564;p16"/>
          <p:cNvSpPr txBox="1"/>
          <p:nvPr/>
        </p:nvSpPr>
        <p:spPr>
          <a:xfrm>
            <a:off x="2711900" y="6057075"/>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Your character increases their encumbrance threshold by two per rank of Well Organized. </a:t>
            </a:r>
            <a:endParaRPr sz="800">
              <a:solidFill>
                <a:schemeClr val="dk2"/>
              </a:solidFill>
              <a:latin typeface="Times New Roman"/>
              <a:ea typeface="Times New Roman"/>
              <a:cs typeface="Times New Roman"/>
              <a:sym typeface="Times New Roman"/>
            </a:endParaRPr>
          </a:p>
        </p:txBody>
      </p:sp>
      <p:sp>
        <p:nvSpPr>
          <p:cNvPr id="565" name="Google Shape;565;p16"/>
          <p:cNvSpPr txBox="1"/>
          <p:nvPr/>
        </p:nvSpPr>
        <p:spPr>
          <a:xfrm>
            <a:off x="2711900" y="6284275"/>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Increases Strain Threshold by 1 per level</a:t>
            </a:r>
            <a:endParaRPr sz="800">
              <a:solidFill>
                <a:schemeClr val="dk2"/>
              </a:solidFill>
              <a:latin typeface="Times New Roman"/>
              <a:ea typeface="Times New Roman"/>
              <a:cs typeface="Times New Roman"/>
              <a:sym typeface="Times New Roman"/>
            </a:endParaRPr>
          </a:p>
        </p:txBody>
      </p:sp>
      <p:sp>
        <p:nvSpPr>
          <p:cNvPr id="566" name="Google Shape;566;p16"/>
          <p:cNvSpPr txBox="1"/>
          <p:nvPr/>
        </p:nvSpPr>
        <p:spPr>
          <a:xfrm>
            <a:off x="2711900" y="6497388"/>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67" name="Google Shape;567;p16"/>
          <p:cNvSpPr txBox="1"/>
          <p:nvPr/>
        </p:nvSpPr>
        <p:spPr>
          <a:xfrm>
            <a:off x="2711900" y="70685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When resolving a combined check to attack with two weapons in melee combat, your character may suffer 2 strain to use this talent to hit with the secondary weapon (instead of spending Advantage). </a:t>
            </a:r>
            <a:endParaRPr sz="800">
              <a:solidFill>
                <a:schemeClr val="dk2"/>
              </a:solidFill>
              <a:latin typeface="Times New Roman"/>
              <a:ea typeface="Times New Roman"/>
              <a:cs typeface="Times New Roman"/>
              <a:sym typeface="Times New Roman"/>
            </a:endParaRPr>
          </a:p>
        </p:txBody>
      </p:sp>
      <p:sp>
        <p:nvSpPr>
          <p:cNvPr id="568" name="Google Shape;568;p16"/>
          <p:cNvSpPr txBox="1"/>
          <p:nvPr/>
        </p:nvSpPr>
        <p:spPr>
          <a:xfrm>
            <a:off x="2711900" y="729071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After damage before soak, suffer 2 strain to use this talent to reduce the damage of the hit by two plus their ranks in Parry</a:t>
            </a:r>
            <a:endParaRPr sz="800">
              <a:solidFill>
                <a:schemeClr val="dk2"/>
              </a:solidFill>
              <a:latin typeface="Times New Roman"/>
              <a:ea typeface="Times New Roman"/>
              <a:cs typeface="Times New Roman"/>
              <a:sym typeface="Times New Roman"/>
            </a:endParaRPr>
          </a:p>
        </p:txBody>
      </p:sp>
      <p:sp>
        <p:nvSpPr>
          <p:cNvPr id="569" name="Google Shape;569;p16"/>
          <p:cNvSpPr txBox="1"/>
          <p:nvPr/>
        </p:nvSpPr>
        <p:spPr>
          <a:xfrm>
            <a:off x="2711900" y="751300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Each rank of Toughened increases your character’s wound threshold by two. </a:t>
            </a:r>
            <a:endParaRPr sz="800">
              <a:solidFill>
                <a:schemeClr val="dk2"/>
              </a:solidFill>
              <a:latin typeface="Times New Roman"/>
              <a:ea typeface="Times New Roman"/>
              <a:cs typeface="Times New Roman"/>
              <a:sym typeface="Times New Roman"/>
            </a:endParaRPr>
          </a:p>
        </p:txBody>
      </p:sp>
      <p:sp>
        <p:nvSpPr>
          <p:cNvPr id="570" name="Google Shape;570;p16"/>
          <p:cNvSpPr txBox="1"/>
          <p:nvPr/>
        </p:nvSpPr>
        <p:spPr>
          <a:xfrm>
            <a:off x="2711900" y="77352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Once per encounter, your character may use this talent to heal an amount of strain equal to their ranks in Second Wind.</a:t>
            </a:r>
            <a:endParaRPr sz="800">
              <a:solidFill>
                <a:schemeClr val="dk2"/>
              </a:solidFill>
              <a:latin typeface="Times New Roman"/>
              <a:ea typeface="Times New Roman"/>
              <a:cs typeface="Times New Roman"/>
              <a:sym typeface="Times New Roman"/>
            </a:endParaRPr>
          </a:p>
        </p:txBody>
      </p:sp>
      <p:sp>
        <p:nvSpPr>
          <p:cNvPr id="571" name="Google Shape;571;p16"/>
          <p:cNvSpPr txBox="1"/>
          <p:nvPr/>
        </p:nvSpPr>
        <p:spPr>
          <a:xfrm>
            <a:off x="2711900" y="83072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Increases soak by 1</a:t>
            </a:r>
            <a:endParaRPr sz="800">
              <a:solidFill>
                <a:schemeClr val="dk2"/>
              </a:solidFill>
              <a:latin typeface="Times New Roman"/>
              <a:ea typeface="Times New Roman"/>
              <a:cs typeface="Times New Roman"/>
              <a:sym typeface="Times New Roman"/>
            </a:endParaRPr>
          </a:p>
        </p:txBody>
      </p:sp>
      <p:sp>
        <p:nvSpPr>
          <p:cNvPr id="572" name="Google Shape;572;p16"/>
          <p:cNvSpPr txBox="1"/>
          <p:nvPr/>
        </p:nvSpPr>
        <p:spPr>
          <a:xfrm>
            <a:off x="2711900" y="85321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After damage before soak, suffer 2 strain to use this talent to reduce the damage of the hit by two plus their ranks in Parry</a:t>
            </a:r>
            <a:endParaRPr sz="800">
              <a:solidFill>
                <a:schemeClr val="dk2"/>
              </a:solidFill>
              <a:latin typeface="Times New Roman"/>
              <a:ea typeface="Times New Roman"/>
              <a:cs typeface="Times New Roman"/>
              <a:sym typeface="Times New Roman"/>
            </a:endParaRPr>
          </a:p>
        </p:txBody>
      </p:sp>
      <p:sp>
        <p:nvSpPr>
          <p:cNvPr id="573" name="Google Shape;573;p16"/>
          <p:cNvSpPr txBox="1"/>
          <p:nvPr/>
        </p:nvSpPr>
        <p:spPr>
          <a:xfrm>
            <a:off x="2711900" y="8746488"/>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Increases Strain Threshold by 1 per level</a:t>
            </a:r>
            <a:endParaRPr sz="800">
              <a:solidFill>
                <a:schemeClr val="dk2"/>
              </a:solidFill>
              <a:latin typeface="Times New Roman"/>
              <a:ea typeface="Times New Roman"/>
              <a:cs typeface="Times New Roman"/>
              <a:sym typeface="Times New Roman"/>
            </a:endParaRPr>
          </a:p>
        </p:txBody>
      </p:sp>
      <p:sp>
        <p:nvSpPr>
          <p:cNvPr id="574" name="Google Shape;574;p16"/>
          <p:cNvSpPr txBox="1"/>
          <p:nvPr/>
        </p:nvSpPr>
        <p:spPr>
          <a:xfrm>
            <a:off x="2711900" y="92854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After damage before soak, suffer 2 strain to use this talent to reduce the damage of the hit by two plus their ranks in Parry</a:t>
            </a:r>
            <a:endParaRPr sz="800">
              <a:solidFill>
                <a:schemeClr val="dk2"/>
              </a:solidFill>
              <a:latin typeface="Times New Roman"/>
              <a:ea typeface="Times New Roman"/>
              <a:cs typeface="Times New Roman"/>
              <a:sym typeface="Times New Roman"/>
            </a:endParaRPr>
          </a:p>
        </p:txBody>
      </p:sp>
      <p:sp>
        <p:nvSpPr>
          <p:cNvPr id="575" name="Google Shape;575;p16"/>
          <p:cNvSpPr txBox="1"/>
          <p:nvPr/>
        </p:nvSpPr>
        <p:spPr>
          <a:xfrm>
            <a:off x="2711900" y="9504838"/>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Increases soak by 1</a:t>
            </a:r>
            <a:endParaRPr sz="800">
              <a:solidFill>
                <a:schemeClr val="dk2"/>
              </a:solidFill>
              <a:latin typeface="Times New Roman"/>
              <a:ea typeface="Times New Roman"/>
              <a:cs typeface="Times New Roman"/>
              <a:sym typeface="Times New Roman"/>
            </a:endParaRPr>
          </a:p>
        </p:txBody>
      </p:sp>
      <p:sp>
        <p:nvSpPr>
          <p:cNvPr id="576" name="Google Shape;576;p16"/>
          <p:cNvSpPr txBox="1"/>
          <p:nvPr/>
        </p:nvSpPr>
        <p:spPr>
          <a:xfrm>
            <a:off x="7473500" y="6073100"/>
            <a:ext cx="1311900" cy="10713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800">
                <a:solidFill>
                  <a:schemeClr val="dk2"/>
                </a:solidFill>
                <a:latin typeface="Times New Roman"/>
                <a:ea typeface="Times New Roman"/>
                <a:cs typeface="Times New Roman"/>
                <a:sym typeface="Times New Roman"/>
              </a:rPr>
              <a:t>When your character inflicts a Critical Injury with a melee weapon, you may use this talent to immobilize the target (in addition to the other effects of the Critical Injury). This effect lasts until the end of the target’s next turn. </a:t>
            </a:r>
            <a:endParaRPr sz="800">
              <a:solidFill>
                <a:schemeClr val="dk2"/>
              </a:solidFill>
              <a:latin typeface="Times New Roman"/>
              <a:ea typeface="Times New Roman"/>
              <a:cs typeface="Times New Roman"/>
              <a:sym typeface="Times New Roman"/>
            </a:endParaRPr>
          </a:p>
        </p:txBody>
      </p:sp>
      <p:cxnSp>
        <p:nvCxnSpPr>
          <p:cNvPr id="577" name="Google Shape;577;p16"/>
          <p:cNvCxnSpPr>
            <a:stCxn id="566" idx="3"/>
            <a:endCxn id="576" idx="1"/>
          </p:cNvCxnSpPr>
          <p:nvPr/>
        </p:nvCxnSpPr>
        <p:spPr>
          <a:xfrm>
            <a:off x="7042400" y="6591588"/>
            <a:ext cx="431100" cy="17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pic>
        <p:nvPicPr>
          <p:cNvPr id="582" name="Google Shape;582;p17"/>
          <p:cNvPicPr preferRelativeResize="0"/>
          <p:nvPr/>
        </p:nvPicPr>
        <p:blipFill>
          <a:blip r:embed="rId3">
            <a:alphaModFix/>
          </a:blip>
          <a:stretch>
            <a:fillRect/>
          </a:stretch>
        </p:blipFill>
        <p:spPr>
          <a:xfrm>
            <a:off x="25" y="9012503"/>
            <a:ext cx="7772400" cy="980847"/>
          </a:xfrm>
          <a:prstGeom prst="rect">
            <a:avLst/>
          </a:prstGeom>
          <a:noFill/>
          <a:ln>
            <a:noFill/>
          </a:ln>
        </p:spPr>
      </p:pic>
      <p:pic>
        <p:nvPicPr>
          <p:cNvPr id="583" name="Google Shape;583;p17"/>
          <p:cNvPicPr preferRelativeResize="0"/>
          <p:nvPr/>
        </p:nvPicPr>
        <p:blipFill>
          <a:blip r:embed="rId4">
            <a:alphaModFix/>
          </a:blip>
          <a:stretch>
            <a:fillRect/>
          </a:stretch>
        </p:blipFill>
        <p:spPr>
          <a:xfrm>
            <a:off x="0" y="4651000"/>
            <a:ext cx="7772400" cy="4361489"/>
          </a:xfrm>
          <a:prstGeom prst="rect">
            <a:avLst/>
          </a:prstGeom>
          <a:noFill/>
          <a:ln>
            <a:noFill/>
          </a:ln>
        </p:spPr>
      </p:pic>
      <p:pic>
        <p:nvPicPr>
          <p:cNvPr id="584" name="Google Shape;584;p17"/>
          <p:cNvPicPr preferRelativeResize="0"/>
          <p:nvPr/>
        </p:nvPicPr>
        <p:blipFill>
          <a:blip r:embed="rId5">
            <a:alphaModFix/>
          </a:blip>
          <a:stretch>
            <a:fillRect/>
          </a:stretch>
        </p:blipFill>
        <p:spPr>
          <a:xfrm>
            <a:off x="0" y="0"/>
            <a:ext cx="7772400" cy="4650991"/>
          </a:xfrm>
          <a:prstGeom prst="rect">
            <a:avLst/>
          </a:prstGeom>
          <a:noFill/>
          <a:ln>
            <a:noFill/>
          </a:ln>
        </p:spPr>
      </p:pic>
      <p:sp>
        <p:nvSpPr>
          <p:cNvPr id="585" name="Google Shape;585;p17"/>
          <p:cNvSpPr txBox="1"/>
          <p:nvPr/>
        </p:nvSpPr>
        <p:spPr>
          <a:xfrm>
            <a:off x="1523675"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9</a:t>
            </a:r>
            <a:endParaRPr sz="3000">
              <a:solidFill>
                <a:schemeClr val="dk2"/>
              </a:solidFill>
              <a:latin typeface="Times New Roman"/>
              <a:ea typeface="Times New Roman"/>
              <a:cs typeface="Times New Roman"/>
              <a:sym typeface="Times New Roman"/>
            </a:endParaRPr>
          </a:p>
        </p:txBody>
      </p:sp>
      <p:sp>
        <p:nvSpPr>
          <p:cNvPr id="586" name="Google Shape;586;p17"/>
          <p:cNvSpPr txBox="1"/>
          <p:nvPr/>
        </p:nvSpPr>
        <p:spPr>
          <a:xfrm>
            <a:off x="2600000"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8</a:t>
            </a:r>
            <a:endParaRPr sz="3000">
              <a:solidFill>
                <a:schemeClr val="dk2"/>
              </a:solidFill>
              <a:latin typeface="Times New Roman"/>
              <a:ea typeface="Times New Roman"/>
              <a:cs typeface="Times New Roman"/>
              <a:sym typeface="Times New Roman"/>
            </a:endParaRPr>
          </a:p>
        </p:txBody>
      </p:sp>
      <p:sp>
        <p:nvSpPr>
          <p:cNvPr id="587" name="Google Shape;587;p17"/>
          <p:cNvSpPr txBox="1"/>
          <p:nvPr/>
        </p:nvSpPr>
        <p:spPr>
          <a:xfrm>
            <a:off x="3676325"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7</a:t>
            </a:r>
            <a:endParaRPr sz="3000">
              <a:solidFill>
                <a:schemeClr val="dk2"/>
              </a:solidFill>
              <a:latin typeface="Times New Roman"/>
              <a:ea typeface="Times New Roman"/>
              <a:cs typeface="Times New Roman"/>
              <a:sym typeface="Times New Roman"/>
            </a:endParaRPr>
          </a:p>
        </p:txBody>
      </p:sp>
      <p:sp>
        <p:nvSpPr>
          <p:cNvPr id="588" name="Google Shape;588;p17"/>
          <p:cNvSpPr txBox="1"/>
          <p:nvPr/>
        </p:nvSpPr>
        <p:spPr>
          <a:xfrm>
            <a:off x="4752650"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4</a:t>
            </a:r>
            <a:endParaRPr sz="3000">
              <a:solidFill>
                <a:schemeClr val="dk2"/>
              </a:solidFill>
              <a:latin typeface="Times New Roman"/>
              <a:ea typeface="Times New Roman"/>
              <a:cs typeface="Times New Roman"/>
              <a:sym typeface="Times New Roman"/>
            </a:endParaRPr>
          </a:p>
        </p:txBody>
      </p:sp>
      <p:sp>
        <p:nvSpPr>
          <p:cNvPr id="589" name="Google Shape;589;p17"/>
          <p:cNvSpPr txBox="1"/>
          <p:nvPr/>
        </p:nvSpPr>
        <p:spPr>
          <a:xfrm>
            <a:off x="5828975" y="446400"/>
            <a:ext cx="638400" cy="633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688"/>
              <a:buNone/>
            </a:pPr>
            <a:r>
              <a:rPr lang="en" sz="3000">
                <a:solidFill>
                  <a:schemeClr val="dk2"/>
                </a:solidFill>
                <a:latin typeface="Times New Roman"/>
                <a:ea typeface="Times New Roman"/>
                <a:cs typeface="Times New Roman"/>
                <a:sym typeface="Times New Roman"/>
              </a:rPr>
              <a:t>3</a:t>
            </a:r>
            <a:endParaRPr sz="3000">
              <a:solidFill>
                <a:schemeClr val="dk2"/>
              </a:solidFill>
              <a:latin typeface="Times New Roman"/>
              <a:ea typeface="Times New Roman"/>
              <a:cs typeface="Times New Roman"/>
              <a:sym typeface="Times New Roman"/>
            </a:endParaRPr>
          </a:p>
        </p:txBody>
      </p:sp>
      <p:sp>
        <p:nvSpPr>
          <p:cNvPr id="590" name="Google Shape;590;p17"/>
          <p:cNvSpPr txBox="1"/>
          <p:nvPr/>
        </p:nvSpPr>
        <p:spPr>
          <a:xfrm>
            <a:off x="733100" y="1721800"/>
            <a:ext cx="1202400" cy="188400"/>
          </a:xfrm>
          <a:prstGeom prst="rect">
            <a:avLst/>
          </a:prstGeom>
          <a:noFill/>
          <a:ln cap="flat" cmpd="sng" w="9525">
            <a:solidFill>
              <a:schemeClr val="dk1"/>
            </a:solidFill>
            <a:prstDash val="solid"/>
            <a:round/>
            <a:headEnd len="sm" w="sm" type="none"/>
            <a:tailEnd len="sm" w="sm" type="none"/>
          </a:ln>
        </p:spPr>
        <p:txBody>
          <a:bodyPr anchorCtr="0" anchor="ctr" bIns="18275" lIns="91425" spcFirstLastPara="1" rIns="91425" wrap="square" tIns="1827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91" name="Google Shape;591;p17"/>
          <p:cNvSpPr txBox="1"/>
          <p:nvPr/>
        </p:nvSpPr>
        <p:spPr>
          <a:xfrm>
            <a:off x="733100" y="19408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92" name="Google Shape;592;p17"/>
          <p:cNvSpPr txBox="1"/>
          <p:nvPr/>
        </p:nvSpPr>
        <p:spPr>
          <a:xfrm>
            <a:off x="733100" y="21599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93" name="Google Shape;593;p17"/>
          <p:cNvSpPr txBox="1"/>
          <p:nvPr/>
        </p:nvSpPr>
        <p:spPr>
          <a:xfrm>
            <a:off x="733100" y="237902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94" name="Google Shape;594;p17"/>
          <p:cNvSpPr txBox="1"/>
          <p:nvPr/>
        </p:nvSpPr>
        <p:spPr>
          <a:xfrm>
            <a:off x="733100" y="3482738"/>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95" name="Google Shape;595;p17"/>
          <p:cNvSpPr txBox="1"/>
          <p:nvPr/>
        </p:nvSpPr>
        <p:spPr>
          <a:xfrm>
            <a:off x="733100" y="3262475"/>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96" name="Google Shape;596;p17"/>
          <p:cNvSpPr txBox="1"/>
          <p:nvPr/>
        </p:nvSpPr>
        <p:spPr>
          <a:xfrm>
            <a:off x="733100" y="305145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97" name="Google Shape;597;p17"/>
          <p:cNvSpPr txBox="1"/>
          <p:nvPr/>
        </p:nvSpPr>
        <p:spPr>
          <a:xfrm>
            <a:off x="733100" y="25981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98" name="Google Shape;598;p17"/>
          <p:cNvSpPr txBox="1"/>
          <p:nvPr/>
        </p:nvSpPr>
        <p:spPr>
          <a:xfrm>
            <a:off x="733100" y="49519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599" name="Google Shape;599;p17"/>
          <p:cNvSpPr txBox="1"/>
          <p:nvPr/>
        </p:nvSpPr>
        <p:spPr>
          <a:xfrm>
            <a:off x="733100" y="2821938"/>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0" name="Google Shape;600;p17"/>
          <p:cNvSpPr txBox="1"/>
          <p:nvPr/>
        </p:nvSpPr>
        <p:spPr>
          <a:xfrm>
            <a:off x="733100" y="37030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1" name="Google Shape;601;p17"/>
          <p:cNvSpPr txBox="1"/>
          <p:nvPr/>
        </p:nvSpPr>
        <p:spPr>
          <a:xfrm>
            <a:off x="733100" y="39298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2" name="Google Shape;602;p17"/>
          <p:cNvSpPr txBox="1"/>
          <p:nvPr/>
        </p:nvSpPr>
        <p:spPr>
          <a:xfrm>
            <a:off x="733100" y="415545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3" name="Google Shape;603;p17"/>
          <p:cNvSpPr txBox="1"/>
          <p:nvPr/>
        </p:nvSpPr>
        <p:spPr>
          <a:xfrm>
            <a:off x="733100" y="43811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4" name="Google Shape;604;p17"/>
          <p:cNvSpPr txBox="1"/>
          <p:nvPr/>
        </p:nvSpPr>
        <p:spPr>
          <a:xfrm>
            <a:off x="733100" y="51698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5" name="Google Shape;605;p17"/>
          <p:cNvSpPr txBox="1"/>
          <p:nvPr/>
        </p:nvSpPr>
        <p:spPr>
          <a:xfrm>
            <a:off x="733100" y="53878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6" name="Google Shape;606;p17"/>
          <p:cNvSpPr txBox="1"/>
          <p:nvPr/>
        </p:nvSpPr>
        <p:spPr>
          <a:xfrm>
            <a:off x="733100" y="56057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7" name="Google Shape;607;p17"/>
          <p:cNvSpPr txBox="1"/>
          <p:nvPr/>
        </p:nvSpPr>
        <p:spPr>
          <a:xfrm>
            <a:off x="733100" y="58298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8" name="Google Shape;608;p17"/>
          <p:cNvSpPr txBox="1"/>
          <p:nvPr/>
        </p:nvSpPr>
        <p:spPr>
          <a:xfrm>
            <a:off x="733100" y="651455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09" name="Google Shape;609;p17"/>
          <p:cNvSpPr txBox="1"/>
          <p:nvPr/>
        </p:nvSpPr>
        <p:spPr>
          <a:xfrm>
            <a:off x="733100" y="6284275"/>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10" name="Google Shape;610;p17"/>
          <p:cNvSpPr txBox="1"/>
          <p:nvPr/>
        </p:nvSpPr>
        <p:spPr>
          <a:xfrm>
            <a:off x="733100" y="6053988"/>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11" name="Google Shape;611;p17"/>
          <p:cNvSpPr txBox="1"/>
          <p:nvPr/>
        </p:nvSpPr>
        <p:spPr>
          <a:xfrm>
            <a:off x="733100" y="70911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Grit</a:t>
            </a:r>
            <a:endParaRPr sz="800">
              <a:solidFill>
                <a:schemeClr val="dk2"/>
              </a:solidFill>
              <a:latin typeface="Times New Roman"/>
              <a:ea typeface="Times New Roman"/>
              <a:cs typeface="Times New Roman"/>
              <a:sym typeface="Times New Roman"/>
            </a:endParaRPr>
          </a:p>
        </p:txBody>
      </p:sp>
      <p:sp>
        <p:nvSpPr>
          <p:cNvPr id="612" name="Google Shape;612;p17"/>
          <p:cNvSpPr txBox="1"/>
          <p:nvPr/>
        </p:nvSpPr>
        <p:spPr>
          <a:xfrm>
            <a:off x="733100" y="72817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Martial Weapon Master</a:t>
            </a:r>
            <a:endParaRPr sz="800">
              <a:solidFill>
                <a:schemeClr val="dk2"/>
              </a:solidFill>
              <a:latin typeface="Times New Roman"/>
              <a:ea typeface="Times New Roman"/>
              <a:cs typeface="Times New Roman"/>
              <a:sym typeface="Times New Roman"/>
            </a:endParaRPr>
          </a:p>
        </p:txBody>
      </p:sp>
      <p:sp>
        <p:nvSpPr>
          <p:cNvPr id="613" name="Google Shape;613;p17"/>
          <p:cNvSpPr txBox="1"/>
          <p:nvPr/>
        </p:nvSpPr>
        <p:spPr>
          <a:xfrm>
            <a:off x="733100" y="750850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Improved Parry</a:t>
            </a:r>
            <a:endParaRPr sz="800">
              <a:solidFill>
                <a:schemeClr val="dk2"/>
              </a:solidFill>
              <a:latin typeface="Times New Roman"/>
              <a:ea typeface="Times New Roman"/>
              <a:cs typeface="Times New Roman"/>
              <a:sym typeface="Times New Roman"/>
            </a:endParaRPr>
          </a:p>
        </p:txBody>
      </p:sp>
      <p:sp>
        <p:nvSpPr>
          <p:cNvPr id="614" name="Google Shape;614;p17"/>
          <p:cNvSpPr txBox="1"/>
          <p:nvPr/>
        </p:nvSpPr>
        <p:spPr>
          <a:xfrm>
            <a:off x="733100" y="77353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15" name="Google Shape;615;p17"/>
          <p:cNvSpPr txBox="1"/>
          <p:nvPr/>
        </p:nvSpPr>
        <p:spPr>
          <a:xfrm>
            <a:off x="733100" y="8317850"/>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Defensive</a:t>
            </a:r>
            <a:endParaRPr sz="800">
              <a:solidFill>
                <a:schemeClr val="dk2"/>
              </a:solidFill>
              <a:latin typeface="Times New Roman"/>
              <a:ea typeface="Times New Roman"/>
              <a:cs typeface="Times New Roman"/>
              <a:sym typeface="Times New Roman"/>
            </a:endParaRPr>
          </a:p>
        </p:txBody>
      </p:sp>
      <p:sp>
        <p:nvSpPr>
          <p:cNvPr id="616" name="Google Shape;616;p17"/>
          <p:cNvSpPr txBox="1"/>
          <p:nvPr/>
        </p:nvSpPr>
        <p:spPr>
          <a:xfrm>
            <a:off x="733100" y="85321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Deny The Witch</a:t>
            </a:r>
            <a:endParaRPr sz="800">
              <a:solidFill>
                <a:schemeClr val="dk2"/>
              </a:solidFill>
              <a:latin typeface="Times New Roman"/>
              <a:ea typeface="Times New Roman"/>
              <a:cs typeface="Times New Roman"/>
              <a:sym typeface="Times New Roman"/>
            </a:endParaRPr>
          </a:p>
        </p:txBody>
      </p:sp>
      <p:sp>
        <p:nvSpPr>
          <p:cNvPr id="617" name="Google Shape;617;p17"/>
          <p:cNvSpPr txBox="1"/>
          <p:nvPr/>
        </p:nvSpPr>
        <p:spPr>
          <a:xfrm>
            <a:off x="733100" y="87465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18" name="Google Shape;618;p17"/>
          <p:cNvSpPr txBox="1"/>
          <p:nvPr/>
        </p:nvSpPr>
        <p:spPr>
          <a:xfrm>
            <a:off x="733100" y="9306075"/>
            <a:ext cx="12024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Defensive</a:t>
            </a:r>
            <a:endParaRPr sz="800">
              <a:solidFill>
                <a:schemeClr val="dk2"/>
              </a:solidFill>
              <a:latin typeface="Times New Roman"/>
              <a:ea typeface="Times New Roman"/>
              <a:cs typeface="Times New Roman"/>
              <a:sym typeface="Times New Roman"/>
            </a:endParaRPr>
          </a:p>
        </p:txBody>
      </p:sp>
      <p:sp>
        <p:nvSpPr>
          <p:cNvPr id="619" name="Google Shape;619;p17"/>
          <p:cNvSpPr txBox="1"/>
          <p:nvPr/>
        </p:nvSpPr>
        <p:spPr>
          <a:xfrm>
            <a:off x="733100" y="9517100"/>
            <a:ext cx="12024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20" name="Google Shape;620;p17"/>
          <p:cNvSpPr txBox="1"/>
          <p:nvPr/>
        </p:nvSpPr>
        <p:spPr>
          <a:xfrm>
            <a:off x="1935500" y="95171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21" name="Google Shape;621;p17"/>
          <p:cNvSpPr txBox="1"/>
          <p:nvPr/>
        </p:nvSpPr>
        <p:spPr>
          <a:xfrm>
            <a:off x="2323700" y="95171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22" name="Google Shape;622;p17"/>
          <p:cNvSpPr txBox="1"/>
          <p:nvPr/>
        </p:nvSpPr>
        <p:spPr>
          <a:xfrm>
            <a:off x="1935500" y="930607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2</a:t>
            </a:r>
            <a:endParaRPr sz="800">
              <a:solidFill>
                <a:schemeClr val="dk2"/>
              </a:solidFill>
              <a:latin typeface="Times New Roman"/>
              <a:ea typeface="Times New Roman"/>
              <a:cs typeface="Times New Roman"/>
              <a:sym typeface="Times New Roman"/>
            </a:endParaRPr>
          </a:p>
        </p:txBody>
      </p:sp>
      <p:sp>
        <p:nvSpPr>
          <p:cNvPr id="623" name="Google Shape;623;p17"/>
          <p:cNvSpPr txBox="1"/>
          <p:nvPr/>
        </p:nvSpPr>
        <p:spPr>
          <a:xfrm>
            <a:off x="2323700" y="93060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24" name="Google Shape;624;p17"/>
          <p:cNvSpPr txBox="1"/>
          <p:nvPr/>
        </p:nvSpPr>
        <p:spPr>
          <a:xfrm>
            <a:off x="1935500" y="87465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25" name="Google Shape;625;p17"/>
          <p:cNvSpPr txBox="1"/>
          <p:nvPr/>
        </p:nvSpPr>
        <p:spPr>
          <a:xfrm>
            <a:off x="2323700" y="87465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26" name="Google Shape;626;p17"/>
          <p:cNvSpPr txBox="1"/>
          <p:nvPr/>
        </p:nvSpPr>
        <p:spPr>
          <a:xfrm>
            <a:off x="1935500" y="853217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No</a:t>
            </a:r>
            <a:endParaRPr sz="800">
              <a:solidFill>
                <a:schemeClr val="dk2"/>
              </a:solidFill>
              <a:latin typeface="Times New Roman"/>
              <a:ea typeface="Times New Roman"/>
              <a:cs typeface="Times New Roman"/>
              <a:sym typeface="Times New Roman"/>
            </a:endParaRPr>
          </a:p>
        </p:txBody>
      </p:sp>
      <p:sp>
        <p:nvSpPr>
          <p:cNvPr id="627" name="Google Shape;627;p17"/>
          <p:cNvSpPr txBox="1"/>
          <p:nvPr/>
        </p:nvSpPr>
        <p:spPr>
          <a:xfrm>
            <a:off x="2323700" y="85321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28" name="Google Shape;628;p17"/>
          <p:cNvSpPr txBox="1"/>
          <p:nvPr/>
        </p:nvSpPr>
        <p:spPr>
          <a:xfrm>
            <a:off x="1935500" y="831785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1</a:t>
            </a:r>
            <a:endParaRPr sz="800">
              <a:solidFill>
                <a:schemeClr val="dk2"/>
              </a:solidFill>
              <a:latin typeface="Times New Roman"/>
              <a:ea typeface="Times New Roman"/>
              <a:cs typeface="Times New Roman"/>
              <a:sym typeface="Times New Roman"/>
            </a:endParaRPr>
          </a:p>
        </p:txBody>
      </p:sp>
      <p:sp>
        <p:nvSpPr>
          <p:cNvPr id="629" name="Google Shape;629;p17"/>
          <p:cNvSpPr txBox="1"/>
          <p:nvPr/>
        </p:nvSpPr>
        <p:spPr>
          <a:xfrm>
            <a:off x="2323700" y="83178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30" name="Google Shape;630;p17"/>
          <p:cNvSpPr txBox="1"/>
          <p:nvPr/>
        </p:nvSpPr>
        <p:spPr>
          <a:xfrm>
            <a:off x="1935500" y="77353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31" name="Google Shape;631;p17"/>
          <p:cNvSpPr txBox="1"/>
          <p:nvPr/>
        </p:nvSpPr>
        <p:spPr>
          <a:xfrm>
            <a:off x="2323700" y="77353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32" name="Google Shape;632;p17"/>
          <p:cNvSpPr txBox="1"/>
          <p:nvPr/>
        </p:nvSpPr>
        <p:spPr>
          <a:xfrm>
            <a:off x="1935500" y="75085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No</a:t>
            </a:r>
            <a:endParaRPr sz="800">
              <a:solidFill>
                <a:schemeClr val="dk2"/>
              </a:solidFill>
              <a:latin typeface="Times New Roman"/>
              <a:ea typeface="Times New Roman"/>
              <a:cs typeface="Times New Roman"/>
              <a:sym typeface="Times New Roman"/>
            </a:endParaRPr>
          </a:p>
        </p:txBody>
      </p:sp>
      <p:sp>
        <p:nvSpPr>
          <p:cNvPr id="633" name="Google Shape;633;p17"/>
          <p:cNvSpPr txBox="1"/>
          <p:nvPr/>
        </p:nvSpPr>
        <p:spPr>
          <a:xfrm>
            <a:off x="2323700" y="75085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34" name="Google Shape;634;p17"/>
          <p:cNvSpPr txBox="1"/>
          <p:nvPr/>
        </p:nvSpPr>
        <p:spPr>
          <a:xfrm>
            <a:off x="1935500" y="72851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No</a:t>
            </a:r>
            <a:endParaRPr sz="800">
              <a:solidFill>
                <a:schemeClr val="dk2"/>
              </a:solidFill>
              <a:latin typeface="Times New Roman"/>
              <a:ea typeface="Times New Roman"/>
              <a:cs typeface="Times New Roman"/>
              <a:sym typeface="Times New Roman"/>
            </a:endParaRPr>
          </a:p>
        </p:txBody>
      </p:sp>
      <p:sp>
        <p:nvSpPr>
          <p:cNvPr id="635" name="Google Shape;635;p17"/>
          <p:cNvSpPr txBox="1"/>
          <p:nvPr/>
        </p:nvSpPr>
        <p:spPr>
          <a:xfrm>
            <a:off x="2323700" y="72817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36" name="Google Shape;636;p17"/>
          <p:cNvSpPr txBox="1"/>
          <p:nvPr/>
        </p:nvSpPr>
        <p:spPr>
          <a:xfrm>
            <a:off x="1935500" y="709117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4</a:t>
            </a:r>
            <a:endParaRPr sz="800">
              <a:solidFill>
                <a:schemeClr val="dk2"/>
              </a:solidFill>
              <a:latin typeface="Times New Roman"/>
              <a:ea typeface="Times New Roman"/>
              <a:cs typeface="Times New Roman"/>
              <a:sym typeface="Times New Roman"/>
            </a:endParaRPr>
          </a:p>
        </p:txBody>
      </p:sp>
      <p:sp>
        <p:nvSpPr>
          <p:cNvPr id="637" name="Google Shape;637;p17"/>
          <p:cNvSpPr txBox="1"/>
          <p:nvPr/>
        </p:nvSpPr>
        <p:spPr>
          <a:xfrm>
            <a:off x="2323700" y="70911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38" name="Google Shape;638;p17"/>
          <p:cNvSpPr txBox="1"/>
          <p:nvPr/>
        </p:nvSpPr>
        <p:spPr>
          <a:xfrm>
            <a:off x="1935500" y="65145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39" name="Google Shape;639;p17"/>
          <p:cNvSpPr txBox="1"/>
          <p:nvPr/>
        </p:nvSpPr>
        <p:spPr>
          <a:xfrm>
            <a:off x="2323700" y="65145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0" name="Google Shape;640;p17"/>
          <p:cNvSpPr txBox="1"/>
          <p:nvPr/>
        </p:nvSpPr>
        <p:spPr>
          <a:xfrm>
            <a:off x="1935500" y="62842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1" name="Google Shape;641;p17"/>
          <p:cNvSpPr txBox="1"/>
          <p:nvPr/>
        </p:nvSpPr>
        <p:spPr>
          <a:xfrm>
            <a:off x="2323700" y="62842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2" name="Google Shape;642;p17"/>
          <p:cNvSpPr txBox="1"/>
          <p:nvPr/>
        </p:nvSpPr>
        <p:spPr>
          <a:xfrm>
            <a:off x="1935500" y="60540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3" name="Google Shape;643;p17"/>
          <p:cNvSpPr txBox="1"/>
          <p:nvPr/>
        </p:nvSpPr>
        <p:spPr>
          <a:xfrm>
            <a:off x="2323700" y="60540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4" name="Google Shape;644;p17"/>
          <p:cNvSpPr txBox="1"/>
          <p:nvPr/>
        </p:nvSpPr>
        <p:spPr>
          <a:xfrm>
            <a:off x="1935500" y="582987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5" name="Google Shape;645;p17"/>
          <p:cNvSpPr txBox="1"/>
          <p:nvPr/>
        </p:nvSpPr>
        <p:spPr>
          <a:xfrm>
            <a:off x="2323700" y="582987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6" name="Google Shape;646;p17"/>
          <p:cNvSpPr txBox="1"/>
          <p:nvPr/>
        </p:nvSpPr>
        <p:spPr>
          <a:xfrm>
            <a:off x="1935500" y="560575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7" name="Google Shape;647;p17"/>
          <p:cNvSpPr txBox="1"/>
          <p:nvPr/>
        </p:nvSpPr>
        <p:spPr>
          <a:xfrm>
            <a:off x="2323700" y="56057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8" name="Google Shape;648;p17"/>
          <p:cNvSpPr txBox="1"/>
          <p:nvPr/>
        </p:nvSpPr>
        <p:spPr>
          <a:xfrm>
            <a:off x="1935500" y="53878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49" name="Google Shape;649;p17"/>
          <p:cNvSpPr txBox="1"/>
          <p:nvPr/>
        </p:nvSpPr>
        <p:spPr>
          <a:xfrm>
            <a:off x="2323700" y="53878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0" name="Google Shape;650;p17"/>
          <p:cNvSpPr txBox="1"/>
          <p:nvPr/>
        </p:nvSpPr>
        <p:spPr>
          <a:xfrm>
            <a:off x="1935500" y="5176825"/>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1" name="Google Shape;651;p17"/>
          <p:cNvSpPr txBox="1"/>
          <p:nvPr/>
        </p:nvSpPr>
        <p:spPr>
          <a:xfrm>
            <a:off x="2323700" y="51754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2" name="Google Shape;652;p17"/>
          <p:cNvSpPr txBox="1"/>
          <p:nvPr/>
        </p:nvSpPr>
        <p:spPr>
          <a:xfrm>
            <a:off x="1935500" y="49519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3" name="Google Shape;653;p17"/>
          <p:cNvSpPr txBox="1"/>
          <p:nvPr/>
        </p:nvSpPr>
        <p:spPr>
          <a:xfrm>
            <a:off x="2323700" y="49519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4" name="Google Shape;654;p17"/>
          <p:cNvSpPr txBox="1"/>
          <p:nvPr/>
        </p:nvSpPr>
        <p:spPr>
          <a:xfrm>
            <a:off x="1935500" y="43780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5" name="Google Shape;655;p17"/>
          <p:cNvSpPr txBox="1"/>
          <p:nvPr/>
        </p:nvSpPr>
        <p:spPr>
          <a:xfrm>
            <a:off x="2323700" y="43780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6" name="Google Shape;656;p17"/>
          <p:cNvSpPr txBox="1"/>
          <p:nvPr/>
        </p:nvSpPr>
        <p:spPr>
          <a:xfrm>
            <a:off x="1935500" y="41512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7" name="Google Shape;657;p17"/>
          <p:cNvSpPr txBox="1"/>
          <p:nvPr/>
        </p:nvSpPr>
        <p:spPr>
          <a:xfrm>
            <a:off x="2323700" y="41512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8" name="Google Shape;658;p17"/>
          <p:cNvSpPr txBox="1"/>
          <p:nvPr/>
        </p:nvSpPr>
        <p:spPr>
          <a:xfrm>
            <a:off x="1935500" y="392922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59" name="Google Shape;659;p17"/>
          <p:cNvSpPr txBox="1"/>
          <p:nvPr/>
        </p:nvSpPr>
        <p:spPr>
          <a:xfrm>
            <a:off x="2323700" y="39244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0" name="Google Shape;660;p17"/>
          <p:cNvSpPr txBox="1"/>
          <p:nvPr/>
        </p:nvSpPr>
        <p:spPr>
          <a:xfrm>
            <a:off x="1935500" y="37072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1" name="Google Shape;661;p17"/>
          <p:cNvSpPr txBox="1"/>
          <p:nvPr/>
        </p:nvSpPr>
        <p:spPr>
          <a:xfrm>
            <a:off x="2323700" y="37072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2" name="Google Shape;662;p17"/>
          <p:cNvSpPr txBox="1"/>
          <p:nvPr/>
        </p:nvSpPr>
        <p:spPr>
          <a:xfrm>
            <a:off x="1935500" y="3484838"/>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3" name="Google Shape;663;p17"/>
          <p:cNvSpPr txBox="1"/>
          <p:nvPr/>
        </p:nvSpPr>
        <p:spPr>
          <a:xfrm>
            <a:off x="2323700" y="34899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4" name="Google Shape;664;p17"/>
          <p:cNvSpPr txBox="1"/>
          <p:nvPr/>
        </p:nvSpPr>
        <p:spPr>
          <a:xfrm>
            <a:off x="1935500" y="32671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5" name="Google Shape;665;p17"/>
          <p:cNvSpPr txBox="1"/>
          <p:nvPr/>
        </p:nvSpPr>
        <p:spPr>
          <a:xfrm>
            <a:off x="2323700" y="327270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6" name="Google Shape;666;p17"/>
          <p:cNvSpPr txBox="1"/>
          <p:nvPr/>
        </p:nvSpPr>
        <p:spPr>
          <a:xfrm>
            <a:off x="1935500" y="3044525"/>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7" name="Google Shape;667;p17"/>
          <p:cNvSpPr txBox="1"/>
          <p:nvPr/>
        </p:nvSpPr>
        <p:spPr>
          <a:xfrm>
            <a:off x="2323700" y="30554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8" name="Google Shape;668;p17"/>
          <p:cNvSpPr txBox="1"/>
          <p:nvPr/>
        </p:nvSpPr>
        <p:spPr>
          <a:xfrm>
            <a:off x="1935500" y="2821313"/>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69" name="Google Shape;669;p17"/>
          <p:cNvSpPr txBox="1"/>
          <p:nvPr/>
        </p:nvSpPr>
        <p:spPr>
          <a:xfrm>
            <a:off x="2323700" y="28219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0" name="Google Shape;670;p17"/>
          <p:cNvSpPr txBox="1"/>
          <p:nvPr/>
        </p:nvSpPr>
        <p:spPr>
          <a:xfrm>
            <a:off x="1935500" y="2598113"/>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1" name="Google Shape;671;p17"/>
          <p:cNvSpPr txBox="1"/>
          <p:nvPr/>
        </p:nvSpPr>
        <p:spPr>
          <a:xfrm>
            <a:off x="2323700" y="2601838"/>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2" name="Google Shape;672;p17"/>
          <p:cNvSpPr txBox="1"/>
          <p:nvPr/>
        </p:nvSpPr>
        <p:spPr>
          <a:xfrm>
            <a:off x="1935500" y="238140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3" name="Google Shape;673;p17"/>
          <p:cNvSpPr txBox="1"/>
          <p:nvPr/>
        </p:nvSpPr>
        <p:spPr>
          <a:xfrm>
            <a:off x="2323700" y="2381738"/>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4" name="Google Shape;674;p17"/>
          <p:cNvSpPr txBox="1"/>
          <p:nvPr/>
        </p:nvSpPr>
        <p:spPr>
          <a:xfrm>
            <a:off x="1935500" y="2161138"/>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5" name="Google Shape;675;p17"/>
          <p:cNvSpPr txBox="1"/>
          <p:nvPr/>
        </p:nvSpPr>
        <p:spPr>
          <a:xfrm>
            <a:off x="2323700" y="2161650"/>
            <a:ext cx="3882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6" name="Google Shape;676;p17"/>
          <p:cNvSpPr txBox="1"/>
          <p:nvPr/>
        </p:nvSpPr>
        <p:spPr>
          <a:xfrm>
            <a:off x="1935500" y="194055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7" name="Google Shape;677;p17"/>
          <p:cNvSpPr txBox="1"/>
          <p:nvPr/>
        </p:nvSpPr>
        <p:spPr>
          <a:xfrm>
            <a:off x="2323700" y="1941550"/>
            <a:ext cx="3882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8" name="Google Shape;678;p17"/>
          <p:cNvSpPr txBox="1"/>
          <p:nvPr/>
        </p:nvSpPr>
        <p:spPr>
          <a:xfrm>
            <a:off x="1935500" y="1719950"/>
            <a:ext cx="388200" cy="188400"/>
          </a:xfrm>
          <a:prstGeom prst="rect">
            <a:avLst/>
          </a:prstGeom>
          <a:noFill/>
          <a:ln cap="flat" cmpd="sng" w="9525">
            <a:solidFill>
              <a:schemeClr val="dk1"/>
            </a:solidFill>
            <a:prstDash val="solid"/>
            <a:round/>
            <a:headEnd len="sm" w="sm" type="none"/>
            <a:tailEnd len="sm" w="sm" type="none"/>
          </a:ln>
        </p:spPr>
        <p:txBody>
          <a:bodyPr anchorCtr="0" anchor="ctr" bIns="18275" lIns="91425" spcFirstLastPara="1" rIns="91425" wrap="square" tIns="18275">
            <a:noAutofit/>
          </a:bodyPr>
          <a:lstStyle/>
          <a:p>
            <a:pPr indent="0" lvl="0" marL="0" rtl="0" algn="ctr">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79" name="Google Shape;679;p17"/>
          <p:cNvSpPr txBox="1"/>
          <p:nvPr/>
        </p:nvSpPr>
        <p:spPr>
          <a:xfrm>
            <a:off x="2323700" y="1719950"/>
            <a:ext cx="388200" cy="188400"/>
          </a:xfrm>
          <a:prstGeom prst="rect">
            <a:avLst/>
          </a:prstGeom>
          <a:noFill/>
          <a:ln cap="flat" cmpd="sng" w="9525">
            <a:solidFill>
              <a:schemeClr val="dk1"/>
            </a:solidFill>
            <a:prstDash val="solid"/>
            <a:round/>
            <a:headEnd len="sm" w="sm" type="none"/>
            <a:tailEnd len="sm" w="sm" type="none"/>
          </a:ln>
        </p:spPr>
        <p:txBody>
          <a:bodyPr anchorCtr="0" anchor="ctr" bIns="18275" lIns="91425" spcFirstLastPara="1" rIns="91425" wrap="square" tIns="1827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0" name="Google Shape;680;p17"/>
          <p:cNvSpPr txBox="1"/>
          <p:nvPr/>
        </p:nvSpPr>
        <p:spPr>
          <a:xfrm>
            <a:off x="2711900" y="173285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1" name="Google Shape;681;p17"/>
          <p:cNvSpPr txBox="1"/>
          <p:nvPr/>
        </p:nvSpPr>
        <p:spPr>
          <a:xfrm>
            <a:off x="2711900" y="194725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2" name="Google Shape;682;p17"/>
          <p:cNvSpPr txBox="1"/>
          <p:nvPr/>
        </p:nvSpPr>
        <p:spPr>
          <a:xfrm>
            <a:off x="2711900" y="216735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3" name="Google Shape;683;p17"/>
          <p:cNvSpPr txBox="1"/>
          <p:nvPr/>
        </p:nvSpPr>
        <p:spPr>
          <a:xfrm>
            <a:off x="2711900" y="238460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4" name="Google Shape;684;p17"/>
          <p:cNvSpPr txBox="1"/>
          <p:nvPr/>
        </p:nvSpPr>
        <p:spPr>
          <a:xfrm>
            <a:off x="2711900" y="2603275"/>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5" name="Google Shape;685;p17"/>
          <p:cNvSpPr txBox="1"/>
          <p:nvPr/>
        </p:nvSpPr>
        <p:spPr>
          <a:xfrm>
            <a:off x="2711900" y="2827225"/>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6" name="Google Shape;686;p17"/>
          <p:cNvSpPr txBox="1"/>
          <p:nvPr/>
        </p:nvSpPr>
        <p:spPr>
          <a:xfrm>
            <a:off x="2711900" y="3051175"/>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7" name="Google Shape;687;p17"/>
          <p:cNvSpPr txBox="1"/>
          <p:nvPr/>
        </p:nvSpPr>
        <p:spPr>
          <a:xfrm>
            <a:off x="2711900" y="327056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8" name="Google Shape;688;p17"/>
          <p:cNvSpPr txBox="1"/>
          <p:nvPr/>
        </p:nvSpPr>
        <p:spPr>
          <a:xfrm>
            <a:off x="2711900" y="3489938"/>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89" name="Google Shape;689;p17"/>
          <p:cNvSpPr txBox="1"/>
          <p:nvPr/>
        </p:nvSpPr>
        <p:spPr>
          <a:xfrm>
            <a:off x="2711900" y="370931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90" name="Google Shape;690;p17"/>
          <p:cNvSpPr txBox="1"/>
          <p:nvPr/>
        </p:nvSpPr>
        <p:spPr>
          <a:xfrm>
            <a:off x="2711900" y="392921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91" name="Google Shape;691;p17"/>
          <p:cNvSpPr txBox="1"/>
          <p:nvPr/>
        </p:nvSpPr>
        <p:spPr>
          <a:xfrm>
            <a:off x="2711900" y="414911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92" name="Google Shape;692;p17"/>
          <p:cNvSpPr txBox="1"/>
          <p:nvPr/>
        </p:nvSpPr>
        <p:spPr>
          <a:xfrm>
            <a:off x="2711900" y="436901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93" name="Google Shape;693;p17"/>
          <p:cNvSpPr txBox="1"/>
          <p:nvPr/>
        </p:nvSpPr>
        <p:spPr>
          <a:xfrm>
            <a:off x="2711900" y="495920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1100"/>
              <a:buNone/>
            </a:pPr>
            <a:r>
              <a:t/>
            </a:r>
            <a:endParaRPr sz="800">
              <a:solidFill>
                <a:schemeClr val="dk2"/>
              </a:solidFill>
              <a:latin typeface="Times New Roman"/>
              <a:ea typeface="Times New Roman"/>
              <a:cs typeface="Times New Roman"/>
              <a:sym typeface="Times New Roman"/>
            </a:endParaRPr>
          </a:p>
        </p:txBody>
      </p:sp>
      <p:sp>
        <p:nvSpPr>
          <p:cNvPr id="694" name="Google Shape;694;p17"/>
          <p:cNvSpPr txBox="1"/>
          <p:nvPr/>
        </p:nvSpPr>
        <p:spPr>
          <a:xfrm>
            <a:off x="2711900" y="516985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95" name="Google Shape;695;p17"/>
          <p:cNvSpPr txBox="1"/>
          <p:nvPr/>
        </p:nvSpPr>
        <p:spPr>
          <a:xfrm>
            <a:off x="2711900" y="539060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96" name="Google Shape;696;p17"/>
          <p:cNvSpPr txBox="1"/>
          <p:nvPr/>
        </p:nvSpPr>
        <p:spPr>
          <a:xfrm>
            <a:off x="2711900" y="5608838"/>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97" name="Google Shape;697;p17"/>
          <p:cNvSpPr txBox="1"/>
          <p:nvPr/>
        </p:nvSpPr>
        <p:spPr>
          <a:xfrm>
            <a:off x="2711900" y="5829875"/>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98" name="Google Shape;698;p17"/>
          <p:cNvSpPr txBox="1"/>
          <p:nvPr/>
        </p:nvSpPr>
        <p:spPr>
          <a:xfrm>
            <a:off x="2711900" y="6057075"/>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699" name="Google Shape;699;p17"/>
          <p:cNvSpPr txBox="1"/>
          <p:nvPr/>
        </p:nvSpPr>
        <p:spPr>
          <a:xfrm>
            <a:off x="2711900" y="6284275"/>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700" name="Google Shape;700;p17"/>
          <p:cNvSpPr txBox="1"/>
          <p:nvPr/>
        </p:nvSpPr>
        <p:spPr>
          <a:xfrm>
            <a:off x="2711900" y="6497388"/>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701" name="Google Shape;701;p17"/>
          <p:cNvSpPr txBox="1"/>
          <p:nvPr/>
        </p:nvSpPr>
        <p:spPr>
          <a:xfrm>
            <a:off x="2711900" y="70685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Increases Strain Threshold by 1 per level</a:t>
            </a:r>
            <a:endParaRPr sz="800">
              <a:solidFill>
                <a:schemeClr val="dk2"/>
              </a:solidFill>
              <a:latin typeface="Times New Roman"/>
              <a:ea typeface="Times New Roman"/>
              <a:cs typeface="Times New Roman"/>
              <a:sym typeface="Times New Roman"/>
            </a:endParaRPr>
          </a:p>
        </p:txBody>
      </p:sp>
      <p:sp>
        <p:nvSpPr>
          <p:cNvPr id="702" name="Google Shape;702;p17"/>
          <p:cNvSpPr txBox="1"/>
          <p:nvPr/>
        </p:nvSpPr>
        <p:spPr>
          <a:xfrm>
            <a:off x="2711900" y="729071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703" name="Google Shape;703;p17"/>
          <p:cNvSpPr txBox="1"/>
          <p:nvPr/>
        </p:nvSpPr>
        <p:spPr>
          <a:xfrm>
            <a:off x="2711900" y="7513000"/>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t/>
            </a:r>
            <a:endParaRPr sz="800">
              <a:solidFill>
                <a:schemeClr val="dk2"/>
              </a:solidFill>
              <a:latin typeface="Times New Roman"/>
              <a:ea typeface="Times New Roman"/>
              <a:cs typeface="Times New Roman"/>
              <a:sym typeface="Times New Roman"/>
            </a:endParaRPr>
          </a:p>
        </p:txBody>
      </p:sp>
      <p:sp>
        <p:nvSpPr>
          <p:cNvPr id="704" name="Google Shape;704;p17"/>
          <p:cNvSpPr txBox="1"/>
          <p:nvPr/>
        </p:nvSpPr>
        <p:spPr>
          <a:xfrm>
            <a:off x="2711900" y="7735263"/>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705" name="Google Shape;705;p17"/>
          <p:cNvSpPr txBox="1"/>
          <p:nvPr/>
        </p:nvSpPr>
        <p:spPr>
          <a:xfrm>
            <a:off x="2711900" y="83072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275"/>
              <a:buFont typeface="Arial"/>
              <a:buNone/>
            </a:pPr>
            <a:r>
              <a:rPr lang="en" sz="800">
                <a:solidFill>
                  <a:schemeClr val="dk2"/>
                </a:solidFill>
                <a:latin typeface="Times New Roman"/>
                <a:ea typeface="Times New Roman"/>
                <a:cs typeface="Times New Roman"/>
                <a:sym typeface="Times New Roman"/>
              </a:rPr>
              <a:t>Each rank of Defensive increases your character’s melee defense and ranged defense by one. You should use this talent in all settings.</a:t>
            </a:r>
            <a:endParaRPr sz="800">
              <a:solidFill>
                <a:schemeClr val="dk2"/>
              </a:solidFill>
              <a:latin typeface="Times New Roman"/>
              <a:ea typeface="Times New Roman"/>
              <a:cs typeface="Times New Roman"/>
              <a:sym typeface="Times New Roman"/>
            </a:endParaRPr>
          </a:p>
        </p:txBody>
      </p:sp>
      <p:sp>
        <p:nvSpPr>
          <p:cNvPr id="706" name="Google Shape;706;p17"/>
          <p:cNvSpPr txBox="1"/>
          <p:nvPr/>
        </p:nvSpPr>
        <p:spPr>
          <a:xfrm>
            <a:off x="2711900" y="85321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When targeted by the effects of a Psychic Power, you may add one Fail to the pool for each rank your character has in Discipline. </a:t>
            </a:r>
            <a:endParaRPr sz="800">
              <a:solidFill>
                <a:schemeClr val="dk2"/>
              </a:solidFill>
              <a:latin typeface="Times New Roman"/>
              <a:ea typeface="Times New Roman"/>
              <a:cs typeface="Times New Roman"/>
              <a:sym typeface="Times New Roman"/>
            </a:endParaRPr>
          </a:p>
        </p:txBody>
      </p:sp>
      <p:sp>
        <p:nvSpPr>
          <p:cNvPr id="707" name="Google Shape;707;p17"/>
          <p:cNvSpPr txBox="1"/>
          <p:nvPr/>
        </p:nvSpPr>
        <p:spPr>
          <a:xfrm>
            <a:off x="2711900" y="8746488"/>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708" name="Google Shape;708;p17"/>
          <p:cNvSpPr txBox="1"/>
          <p:nvPr/>
        </p:nvSpPr>
        <p:spPr>
          <a:xfrm>
            <a:off x="2711900" y="9285463"/>
            <a:ext cx="4330500" cy="188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80000"/>
              </a:lnSpc>
              <a:spcBef>
                <a:spcPts val="0"/>
              </a:spcBef>
              <a:spcAft>
                <a:spcPts val="0"/>
              </a:spcAft>
              <a:buSzPts val="275"/>
              <a:buNone/>
            </a:pPr>
            <a:r>
              <a:rPr lang="en" sz="800">
                <a:solidFill>
                  <a:schemeClr val="dk2"/>
                </a:solidFill>
                <a:latin typeface="Times New Roman"/>
                <a:ea typeface="Times New Roman"/>
                <a:cs typeface="Times New Roman"/>
                <a:sym typeface="Times New Roman"/>
              </a:rPr>
              <a:t>Each rank of Defensive increases your character’s melee defense and ranged defense by one. You should use this talent in all settings.</a:t>
            </a:r>
            <a:endParaRPr sz="800">
              <a:solidFill>
                <a:schemeClr val="dk2"/>
              </a:solidFill>
              <a:latin typeface="Times New Roman"/>
              <a:ea typeface="Times New Roman"/>
              <a:cs typeface="Times New Roman"/>
              <a:sym typeface="Times New Roman"/>
            </a:endParaRPr>
          </a:p>
        </p:txBody>
      </p:sp>
      <p:sp>
        <p:nvSpPr>
          <p:cNvPr id="709" name="Google Shape;709;p17"/>
          <p:cNvSpPr txBox="1"/>
          <p:nvPr/>
        </p:nvSpPr>
        <p:spPr>
          <a:xfrm>
            <a:off x="2711900" y="9504838"/>
            <a:ext cx="4330500" cy="188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80000"/>
              </a:lnSpc>
              <a:spcBef>
                <a:spcPts val="0"/>
              </a:spcBef>
              <a:spcAft>
                <a:spcPts val="0"/>
              </a:spcAft>
              <a:buSzPts val="275"/>
              <a:buNone/>
            </a:pPr>
            <a:r>
              <a:t/>
            </a:r>
            <a:endParaRPr sz="800">
              <a:solidFill>
                <a:schemeClr val="dk2"/>
              </a:solidFill>
              <a:latin typeface="Times New Roman"/>
              <a:ea typeface="Times New Roman"/>
              <a:cs typeface="Times New Roman"/>
              <a:sym typeface="Times New Roman"/>
            </a:endParaRPr>
          </a:p>
        </p:txBody>
      </p:sp>
      <p:sp>
        <p:nvSpPr>
          <p:cNvPr id="710" name="Google Shape;710;p17"/>
          <p:cNvSpPr txBox="1"/>
          <p:nvPr/>
        </p:nvSpPr>
        <p:spPr>
          <a:xfrm>
            <a:off x="7232225" y="6363350"/>
            <a:ext cx="1717200" cy="20319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2"/>
                </a:solidFill>
                <a:latin typeface="Times New Roman"/>
                <a:ea typeface="Times New Roman"/>
                <a:cs typeface="Times New Roman"/>
                <a:sym typeface="Times New Roman"/>
              </a:rPr>
              <a:t>While armed with a Melee (Light) weapon, your character may use this talent to make an Average Melee (Light) check. If successful, your character may force one engaged target to either drop one weapon they are holding or move up to one range band in a direction of your choosing, as long as this move is possible. If your character forces a named rival or nemesis into dangerous terrain (or off a ledge or cliff) using this talent, your GM can spend a Story Point to allow them to catch themselves at the edge and fall prone instead.</a:t>
            </a:r>
            <a:endParaRPr sz="800">
              <a:solidFill>
                <a:schemeClr val="dk2"/>
              </a:solidFill>
              <a:latin typeface="Times New Roman"/>
              <a:ea typeface="Times New Roman"/>
              <a:cs typeface="Times New Roman"/>
              <a:sym typeface="Times New Roman"/>
            </a:endParaRPr>
          </a:p>
        </p:txBody>
      </p:sp>
      <p:cxnSp>
        <p:nvCxnSpPr>
          <p:cNvPr id="711" name="Google Shape;711;p17"/>
          <p:cNvCxnSpPr>
            <a:stCxn id="702" idx="3"/>
            <a:endCxn id="710" idx="1"/>
          </p:cNvCxnSpPr>
          <p:nvPr/>
        </p:nvCxnSpPr>
        <p:spPr>
          <a:xfrm flipH="1" rot="10800000">
            <a:off x="7042400" y="7379213"/>
            <a:ext cx="189900" cy="5700"/>
          </a:xfrm>
          <a:prstGeom prst="straightConnector1">
            <a:avLst/>
          </a:prstGeom>
          <a:noFill/>
          <a:ln cap="flat" cmpd="sng" w="19050">
            <a:solidFill>
              <a:schemeClr val="dk1"/>
            </a:solidFill>
            <a:prstDash val="solid"/>
            <a:round/>
            <a:headEnd len="med" w="med" type="none"/>
            <a:tailEnd len="med" w="med" type="none"/>
          </a:ln>
        </p:spPr>
      </p:cxnSp>
      <p:sp>
        <p:nvSpPr>
          <p:cNvPr id="712" name="Google Shape;712;p17"/>
          <p:cNvSpPr txBox="1"/>
          <p:nvPr/>
        </p:nvSpPr>
        <p:spPr>
          <a:xfrm>
            <a:off x="-1264075" y="6428650"/>
            <a:ext cx="1727100" cy="23571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chemeClr val="dk2"/>
                </a:solidFill>
                <a:latin typeface="Times New Roman"/>
                <a:ea typeface="Times New Roman"/>
                <a:cs typeface="Times New Roman"/>
                <a:sym typeface="Times New Roman"/>
              </a:rPr>
              <a:t>Your character must have purchased the Parry talent to benefit from this talent. When your character suffers a hit from a melee combat check and uses Parry to reduce the damage from that hit, after the attack is resolved, you may spend Despair or threat from the attacker’s check to use this talent. Then, your character automatically hits the attacker once with a Brawl or Melee weapon your character is wielding. The hit deals the </a:t>
            </a:r>
            <a:r>
              <a:rPr lang="en" sz="800">
                <a:solidFill>
                  <a:schemeClr val="dk2"/>
                </a:solidFill>
                <a:latin typeface="Times New Roman"/>
                <a:ea typeface="Times New Roman"/>
                <a:cs typeface="Times New Roman"/>
                <a:sym typeface="Times New Roman"/>
              </a:rPr>
              <a:t>weapon</a:t>
            </a:r>
            <a:r>
              <a:rPr lang="en" sz="800">
                <a:solidFill>
                  <a:schemeClr val="dk2"/>
                </a:solidFill>
                <a:latin typeface="Times New Roman"/>
                <a:ea typeface="Times New Roman"/>
                <a:cs typeface="Times New Roman"/>
                <a:sym typeface="Times New Roman"/>
              </a:rPr>
              <a:t> base damage, plus any damage from applicable talents or abilities. Your character can’t use this talent if the original attack incapacitates them. You should use this talent in all settings.</a:t>
            </a:r>
            <a:endParaRPr sz="800">
              <a:solidFill>
                <a:schemeClr val="dk2"/>
              </a:solidFill>
              <a:latin typeface="Times New Roman"/>
              <a:ea typeface="Times New Roman"/>
              <a:cs typeface="Times New Roman"/>
              <a:sym typeface="Times New Roman"/>
            </a:endParaRPr>
          </a:p>
        </p:txBody>
      </p:sp>
      <p:cxnSp>
        <p:nvCxnSpPr>
          <p:cNvPr id="713" name="Google Shape;713;p17"/>
          <p:cNvCxnSpPr>
            <a:stCxn id="712" idx="3"/>
            <a:endCxn id="613" idx="1"/>
          </p:cNvCxnSpPr>
          <p:nvPr/>
        </p:nvCxnSpPr>
        <p:spPr>
          <a:xfrm flipH="1" rot="10800000">
            <a:off x="463025" y="7602700"/>
            <a:ext cx="270000" cy="450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